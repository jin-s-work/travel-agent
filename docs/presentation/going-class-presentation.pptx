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2bc6f7985944a2" /><Relationship Type="http://schemas.openxmlformats.org/officeDocument/2006/relationships/extended-properties" Target="/docProps/app.xml" Id="R3913bb94bb4840ad" /><Relationship Type="http://schemas.openxmlformats.org/officeDocument/2006/relationships/officeDocument" Target="/ppt/presentation.xml" Id="R9b89e0bbe24f4f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0fe4e888844e16"/>
  </p:sldMasterIdLst>
  <p:notesMasterIdLst>
    <p:notesMasterId xmlns:r="http://schemas.openxmlformats.org/officeDocument/2006/relationships" r:id="R542fb7d48bda40be"/>
  </p:notesMasterIdLst>
  <p:sldIdLst>
    <p:sldId xmlns:r="http://schemas.openxmlformats.org/officeDocument/2006/relationships" id="256" r:id="R45730f85d51048b8"/>
    <p:sldId xmlns:r="http://schemas.openxmlformats.org/officeDocument/2006/relationships" id="257" r:id="R81d7e7850959412b"/>
    <p:sldId xmlns:r="http://schemas.openxmlformats.org/officeDocument/2006/relationships" id="258" r:id="R2bc66fc8f954423a"/>
    <p:sldId xmlns:r="http://schemas.openxmlformats.org/officeDocument/2006/relationships" id="259" r:id="Rac7273d7ec9f4474"/>
    <p:sldId xmlns:r="http://schemas.openxmlformats.org/officeDocument/2006/relationships" id="260" r:id="Reebdcff3f74d4e9f"/>
    <p:sldId xmlns:r="http://schemas.openxmlformats.org/officeDocument/2006/relationships" id="261" r:id="Rea0fe35bc94c405e"/>
    <p:sldId xmlns:r="http://schemas.openxmlformats.org/officeDocument/2006/relationships" id="262" r:id="R6a9e230289e3416c"/>
    <p:sldId xmlns:r="http://schemas.openxmlformats.org/officeDocument/2006/relationships" id="263" r:id="R0bb2364071d24766"/>
    <p:sldId xmlns:r="http://schemas.openxmlformats.org/officeDocument/2006/relationships" id="264" r:id="R04336f080d7a4bf3"/>
    <p:sldId xmlns:r="http://schemas.openxmlformats.org/officeDocument/2006/relationships" id="265" r:id="R7ff84a08e6414f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09d3c6f01448a8" /><Relationship Type="http://schemas.openxmlformats.org/officeDocument/2006/relationships/slideMaster" Target="/ppt/slideMasters/slideMaster1.xml" Id="Re30fe4e888844e16" /><Relationship Type="http://schemas.openxmlformats.org/officeDocument/2006/relationships/notesMaster" Target="/ppt/notesMasters/notesMaster1.xml" Id="R542fb7d48bda40be" /><Relationship Type="http://schemas.openxmlformats.org/officeDocument/2006/relationships/presProps" Target="/ppt/presProps.xml" Id="Rae65f8e0c8a04007" /><Relationship Type="http://schemas.openxmlformats.org/officeDocument/2006/relationships/tableStyles" Target="/ppt/tableStyles.xml" Id="Rbb878b4209b44c71" /><Relationship Type="http://schemas.openxmlformats.org/officeDocument/2006/relationships/slide" Target="/ppt/slides/slide1.xml" Id="R45730f85d51048b8" /><Relationship Type="http://schemas.openxmlformats.org/officeDocument/2006/relationships/slide" Target="/ppt/slides/slide2.xml" Id="R81d7e7850959412b" /><Relationship Type="http://schemas.openxmlformats.org/officeDocument/2006/relationships/slide" Target="/ppt/slides/slide3.xml" Id="R2bc66fc8f954423a" /><Relationship Type="http://schemas.openxmlformats.org/officeDocument/2006/relationships/slide" Target="/ppt/slides/slide4.xml" Id="Rac7273d7ec9f4474" /><Relationship Type="http://schemas.openxmlformats.org/officeDocument/2006/relationships/slide" Target="/ppt/slides/slide5.xml" Id="Reebdcff3f74d4e9f" /><Relationship Type="http://schemas.openxmlformats.org/officeDocument/2006/relationships/slide" Target="/ppt/slides/slide6.xml" Id="Rea0fe35bc94c405e" /><Relationship Type="http://schemas.openxmlformats.org/officeDocument/2006/relationships/slide" Target="/ppt/slides/slide7.xml" Id="R6a9e230289e3416c" /><Relationship Type="http://schemas.openxmlformats.org/officeDocument/2006/relationships/slide" Target="/ppt/slides/slide8.xml" Id="R0bb2364071d24766" /><Relationship Type="http://schemas.openxmlformats.org/officeDocument/2006/relationships/slide" Target="/ppt/slides/slide9.xml" Id="R04336f080d7a4bf3" /><Relationship Type="http://schemas.openxmlformats.org/officeDocument/2006/relationships/slide" Target="/ppt/slides/slide10.xml" Id="R7ff84a08e6414f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029500227e49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d6c1e8cb6649c2" /><Relationship Type="http://schemas.openxmlformats.org/officeDocument/2006/relationships/notesMaster" Target="/ppt/notesMasters/notesMaster1.xml" Id="R5b3e926c89964e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35cb144e984cba" /><Relationship Type="http://schemas.openxmlformats.org/officeDocument/2006/relationships/notesMaster" Target="/ppt/notesMasters/notesMaster1.xml" Id="R198d9bf6d03847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f54ae1d9d14e4a" /><Relationship Type="http://schemas.openxmlformats.org/officeDocument/2006/relationships/notesMaster" Target="/ppt/notesMasters/notesMaster1.xml" Id="Rcab20a7964c54b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84c3fdec6b4bdb" /><Relationship Type="http://schemas.openxmlformats.org/officeDocument/2006/relationships/notesMaster" Target="/ppt/notesMasters/notesMaster1.xml" Id="R62c38e0dac6748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7ba537794b4890" /><Relationship Type="http://schemas.openxmlformats.org/officeDocument/2006/relationships/notesMaster" Target="/ppt/notesMasters/notesMaster1.xml" Id="R74e9cfa4a23043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79066a212648a1" /><Relationship Type="http://schemas.openxmlformats.org/officeDocument/2006/relationships/notesMaster" Target="/ppt/notesMasters/notesMaster1.xml" Id="R6910b7cfdc9443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932be6a24642ea" /><Relationship Type="http://schemas.openxmlformats.org/officeDocument/2006/relationships/notesMaster" Target="/ppt/notesMasters/notesMaster1.xml" Id="R114d7af5153d42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157e03f0c247ac" /><Relationship Type="http://schemas.openxmlformats.org/officeDocument/2006/relationships/notesMaster" Target="/ppt/notesMasters/notesMaster1.xml" Id="R4b7afa0d98304c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c18ba4df404fe4" /><Relationship Type="http://schemas.openxmlformats.org/officeDocument/2006/relationships/notesMaster" Target="/ppt/notesMasters/notesMaster1.xml" Id="R016da1a546a845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060d8cd1784cb6" /><Relationship Type="http://schemas.openxmlformats.org/officeDocument/2006/relationships/notesMaster" Target="/ppt/notesMasters/notesMaster1.xml" Id="R768b77ebeb2c4e5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a052878ec4e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f6ebdbe7949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27fe8c4dc41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a6e877f1343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437785c444f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2854401364c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8EA933-A7D0-4962-B47F-468F02BC96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617B55-1F91-4B04-8F53-17BA4A2F1F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0B2E03-F9F8-4581-B50A-48EE1346D8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A29431-6679-49CD-807C-9306F93E0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57D86C-3F84-4D92-A0A4-945016C72F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878EB9-98C9-4EEF-86E0-7AC7F0781E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DC7656-9FCD-4D59-9F02-F858A25E7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34D87F3-2A69-47BF-8C38-C5E52EFEFB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9FC2F1-8FB9-4867-A27F-1FABAFBD6B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9F917D-E860-4D3D-B0A4-D247720609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c1811acc954fa2" /><Relationship Type="http://schemas.openxmlformats.org/officeDocument/2006/relationships/slideLayout" Target="/ppt/slideLayouts/slideLayout1.xml" Id="Raecaad7ad74b44cc" /><Relationship Type="http://schemas.openxmlformats.org/officeDocument/2006/relationships/slideLayout" Target="/ppt/slideLayouts/slideLayout2.xml" Id="R972374664ad946bd" /><Relationship Type="http://schemas.openxmlformats.org/officeDocument/2006/relationships/slideLayout" Target="/ppt/slideLayouts/slideLayout3.xml" Id="R7a6b5cdaaa2a425c" /><Relationship Type="http://schemas.openxmlformats.org/officeDocument/2006/relationships/slideLayout" Target="/ppt/slideLayouts/slideLayout4.xml" Id="Rbce73dadbc924056" /><Relationship Type="http://schemas.openxmlformats.org/officeDocument/2006/relationships/slideLayout" Target="/ppt/slideLayouts/slideLayout5.xml" Id="R763df4c8c6ae44db" /><Relationship Type="http://schemas.openxmlformats.org/officeDocument/2006/relationships/slideLayout" Target="/ppt/slideLayouts/slideLayout6.xml" Id="Rfc215bffeaa246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caad7ad74b44cc"/>
    <p:sldLayoutId xmlns:r="http://schemas.openxmlformats.org/officeDocument/2006/relationships" id="2147483650" r:id="R972374664ad946bd"/>
    <p:sldLayoutId xmlns:r="http://schemas.openxmlformats.org/officeDocument/2006/relationships" id="2147483651" r:id="R7a6b5cdaaa2a425c"/>
    <p:sldLayoutId xmlns:r="http://schemas.openxmlformats.org/officeDocument/2006/relationships" id="2147483652" r:id="Rbce73dadbc924056"/>
    <p:sldLayoutId xmlns:r="http://schemas.openxmlformats.org/officeDocument/2006/relationships" id="2147483653" r:id="R763df4c8c6ae44db"/>
    <p:sldLayoutId xmlns:r="http://schemas.openxmlformats.org/officeDocument/2006/relationships" id="2147483654" r:id="Rfc215bffeaa246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3eaa4513c843b7" /><Relationship Type="http://schemas.openxmlformats.org/officeDocument/2006/relationships/image" Target="/ppt/media/image.png" Id="R2e8503a1a1db452e" /><Relationship Type="http://schemas.openxmlformats.org/officeDocument/2006/relationships/notesSlide" Target="/ppt/notesSlides/notesSlide1.xml" Id="R308348a5e69942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d8c2e649e4569" /><Relationship Type="http://schemas.openxmlformats.org/officeDocument/2006/relationships/notesSlide" Target="/ppt/notesSlides/notesSlide2.xml" Id="R9351991fbdd246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62970a67eb4a16" /><Relationship Type="http://schemas.openxmlformats.org/officeDocument/2006/relationships/image" Target="/ppt/media/image2.png" Id="Rf62ed2ee935c4c19" /><Relationship Type="http://schemas.openxmlformats.org/officeDocument/2006/relationships/notesSlide" Target="/ppt/notesSlides/notesSlide3.xml" Id="Rcf8566e1940848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94835024b444ed" /><Relationship Type="http://schemas.openxmlformats.org/officeDocument/2006/relationships/image" Target="/ppt/media/image3.png" Id="Rf4a1d5331a14480d" /><Relationship Type="http://schemas.openxmlformats.org/officeDocument/2006/relationships/notesSlide" Target="/ppt/notesSlides/notesSlide4.xml" Id="R1c36fb4160e241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996ae9d9d4fce" /><Relationship Type="http://schemas.openxmlformats.org/officeDocument/2006/relationships/image" Target="/ppt/media/image4.png" Id="Rc09ad5a526d94cc0" /><Relationship Type="http://schemas.openxmlformats.org/officeDocument/2006/relationships/image" Target="/ppt/media/image5.png" Id="Rbe346d9918f04f10" /><Relationship Type="http://schemas.openxmlformats.org/officeDocument/2006/relationships/notesSlide" Target="/ppt/notesSlides/notesSlide5.xml" Id="R46ee0c92b8a245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3f1e89f0d644c3" /><Relationship Type="http://schemas.openxmlformats.org/officeDocument/2006/relationships/image" Target="/ppt/media/image6.png" Id="R85e4734dc968485c" /><Relationship Type="http://schemas.openxmlformats.org/officeDocument/2006/relationships/notesSlide" Target="/ppt/notesSlides/notesSlide6.xml" Id="Rbce921176d664e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fe65f1a8424f64" /><Relationship Type="http://schemas.openxmlformats.org/officeDocument/2006/relationships/notesSlide" Target="/ppt/notesSlides/notesSlide7.xml" Id="R5982fdca6e804b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2b06d140a74157" /><Relationship Type="http://schemas.openxmlformats.org/officeDocument/2006/relationships/image" Target="/ppt/media/image7.png" Id="Rdb7444ceadcb40c0" /><Relationship Type="http://schemas.openxmlformats.org/officeDocument/2006/relationships/notesSlide" Target="/ppt/notesSlides/notesSlide8.xml" Id="R95aae6b4be3c46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ce1ee4bbf47a3" /><Relationship Type="http://schemas.openxmlformats.org/officeDocument/2006/relationships/notesSlide" Target="/ppt/notesSlides/notesSlide9.xml" Id="R720115e8b8e848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29953250d9403e" /><Relationship Type="http://schemas.openxmlformats.org/officeDocument/2006/relationships/notesSlide" Target="/ppt/notesSlides/notesSlide10.xml" Id="R5154e3fa5f2f41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548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5D5CF-F8B8-4044-A823-C529341296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503a1a1db452e"/>
          <a:stretch xmlns:a="http://schemas.openxmlformats.org/drawingml/2006/main"/>
        </p:blipFill>
        <p:spPr>
          <a:xfrm xmlns:a="http://schemas.openxmlformats.org/drawingml/2006/main">
            <a:off x="609600" y="6096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11499-D22D-4580-8279-061604D0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rPr>
              <a:t>여행 준비 서비스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A1483-07AA-4EB9-A368-5C500906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7620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7EE9A-9E1D-4177-9A81-B891882C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예약 메일부터 하루 일정까지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7A5FF-A22B-498C-A9F4-6278199A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E2EBE9"/>
                </a:solidFill>
                <a:latin typeface="Pretendard"/>
                <a:ea typeface="Pretendard"/>
                <a:cs typeface="Pretendard"/>
              </a:rPr>
              <a:t>흩어진 예약을 모으고, 가고 싶은 곳을 일정으로 연결합니다.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8B69D-8371-4D5F-8842-510E5C11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rPr>
              <a:t>프로젝트 발표  ·  2026.10</a:t>
            </a:r>
          </a:p>
        </p:txBody>
      </p:sp>
    </p:spTree>
    <p:extLst>
      <p:ext uri="{BB962C8B-B14F-4D97-AF65-F5344CB8AC3E}">
        <p14:creationId xmlns:p14="http://schemas.microsoft.com/office/powerpoint/2010/main" val="194647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8F571-C699-464A-B45D-6B658958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DB288-31E0-43E1-9B02-224B5493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여행 준비에서 반복되는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80272-83A0-4919-B691-9A6053C1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예약은 끝났는데, 정보를 다시 찾아야 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CF512-8D16-441E-9DCC-FE1EBB95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72BDD-5AF3-4D5E-8213-77FD90FF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56724-79D1-4B12-8A45-76B0D59A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33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“체크아웃이 몇 시였지?”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00D86-C5A4-4285-BAE3-D7830069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70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“이 식당을 들렀다가 다음 예약에 갈 수 있을까?”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8312B-6007-4E78-916F-89CA3947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메일함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FA84C-A2F7-4823-B18D-412A384C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예약 시간·환불 규정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D5831-F94C-4E5F-A21D-1B070D38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339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지도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EDE4E-A635-40E9-B4F7-F408B85A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149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위치·이동·장소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7E155-A9D5-4294-BB9C-8473ABF8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339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메모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7438F-32AF-49B1-98B4-0405820C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149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일정과 예약을 다시 대조</a:t>
            </a:r>
          </a:p>
        </p:txBody>
      </p:sp>
    </p:spTree>
    <p:extLst>
      <p:ext uri="{BB962C8B-B14F-4D97-AF65-F5344CB8AC3E}">
        <p14:creationId xmlns:p14="http://schemas.microsoft.com/office/powerpoint/2010/main" val="1296355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357AF-D00A-48C9-810E-AC5F6120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사용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BF1B3-066C-41F6-9390-D1D8DB87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여행 하나를 중심으로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1256C-B3F1-4F66-BE69-985B1245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도시와 날짜를 한 번 입력하면 다음 화면이 이어받습니다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2AFFF-D2CC-4CA8-B74F-ECCB95C5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F5CD1-6770-4493-B79F-6F16EFE5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2BDDD-7049-4C18-9BF6-BD8E78D5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도시·날짜를 먼저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0DF5A-BF97-4482-9EA7-12D2EF9B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31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예약 · 탐색 · 일정에서</a:t>
            </a:r>
          </a:p>
          <a:p xmlns:a="http://schemas.openxmlformats.org/drawingml/2006/main">
            <a:pPr>
              <a:buNone/>
              <a:def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같은 여행 정보를 재사용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9EDFB-9773-42E6-9AC6-123EFE32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331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숙소가 없어도 시작</a:t>
            </a:r>
          </a:p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필요한 조건만 나중에 추가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80F65-2821-4FC7-A348-FBD709B6AF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ed2ee935c4c19"/>
          <a:stretch xmlns:a="http://schemas.openxmlformats.org/drawingml/2006/main"/>
        </p:blipFill>
        <p:spPr>
          <a:xfrm xmlns:a="http://schemas.openxmlformats.org/drawingml/2006/main">
            <a:off x="4520021" y="2105025"/>
            <a:ext cx="6866709" cy="4343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24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F7A33-3E2E-469D-9AE3-22912437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메일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06F25-63C5-4A59-912F-B6B5913C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메일을 예약으로 정리하기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6E6D5-238D-4490-BD78-841E8E7F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한 메일의 여러 예약과 왕복 항공편을 나눠 보관합니다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214AD-4BD9-4D7E-B015-CBF90FCD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D2A2A-4A22-49D9-B2C5-9B8801FB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751FF-4DEC-4C85-AEAA-EDCA679F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538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추출값과 교정값을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2BA3C-DEB1-431D-BD24-B4C8D318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AI가 읽고, 사용자가 확인합니다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F34DB-0977-405D-A9BE-5D76D785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61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복수 예약과 왕복편을 각각 저장</a:t>
            </a:r>
          </a:p>
          <a:p xmlns:a="http://schemas.openxmlformats.org/drawingml/2006/main">
            <a:pPr>
              <a:buNone/>
              <a:defRPr sz="2025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교정한 값은 재분석 후에도 보존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1B31F-01B7-4D1A-99AA-84398D35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552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운영: gpt-5-mini + 검색 임베딩</a:t>
            </a:r>
          </a:p>
          <a:p xmlns:a="http://schemas.openxmlformats.org/drawingml/2006/main">
            <a:pPr>
              <a:buNone/>
              <a:defRPr sz="15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화면: 가상 메일을 기본 분석한 예시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E5BF4-B7AA-4E30-8C9F-56A530FDD5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1d5331a14480d"/>
          <a:stretch xmlns:a="http://schemas.openxmlformats.org/drawingml/2006/main"/>
        </p:blipFill>
        <p:spPr>
          <a:xfrm xmlns:a="http://schemas.openxmlformats.org/drawingml/2006/main">
            <a:off x="6495677" y="2028825"/>
            <a:ext cx="4887070" cy="4257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529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99058-1B53-48E9-BDD4-CC490120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근거 기반 답변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35C54-AD06-4233-B851-BC496BC9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하루 예약은 빠짐없이, 답변은 근거와 함께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FA54E-72BD-4FC6-862D-2768F04B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날짜 전체 조회와 본문 검색을 구분합니다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FFE26-FDDA-4E19-9C9D-DA2C5DD0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282BC-1ADA-4A5A-B7D9-0F359758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199FF-8EEA-40A6-A535-9406EF33B4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ad5a526d94cc0"/>
          <a:stretch xmlns:a="http://schemas.openxmlformats.org/drawingml/2006/main"/>
        </p:blipFill>
        <p:spPr>
          <a:xfrm xmlns:a="http://schemas.openxmlformats.org/drawingml/2006/main">
            <a:off x="877071" y="2295525"/>
            <a:ext cx="6018259" cy="380047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C2C05-8F34-497C-8745-4ACCB5B089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46d9918f04f10"/>
          <a:stretch xmlns:a="http://schemas.openxmlformats.org/drawingml/2006/main"/>
        </p:blipFill>
        <p:spPr>
          <a:xfrm xmlns:a="http://schemas.openxmlformats.org/drawingml/2006/main">
            <a:off x="7870452" y="2152650"/>
            <a:ext cx="3690095" cy="3952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B9649-CC71-4CC4-955F-BC7AFC72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날짜 전체는 SQL 조회 · 본문 설명은 근거 검색</a:t>
            </a:r>
          </a:p>
        </p:txBody>
      </p:sp>
    </p:spTree>
    <p:extLst>
      <p:ext uri="{BB962C8B-B14F-4D97-AF65-F5344CB8AC3E}">
        <p14:creationId xmlns:p14="http://schemas.microsoft.com/office/powerpoint/2010/main" val="6811998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6E8D5-1218-4450-A52B-E8C36FFB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장소 탐색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AAA96-1618-44BB-A985-52FA170B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장소를 찾고 비교하기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77554-126D-4483-BECF-6A773377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현지 탐색과 대표 명소를 나눠 살펴봅니다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705DE-3E0A-41ED-8DA8-02A7FC35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92EB6-CCE7-4520-A62F-D8C66034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8405A-F38A-4557-80A3-39C8CFC2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현지 탐색 / 대표 명소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BE246-D346-416A-8E6D-2E59A380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사진 · 출처 · 확인할 조건</a:t>
            </a:r>
          </a:p>
          <a:p xmlns:a="http://schemas.openxmlformats.org/drawingml/2006/main">
            <a:pPr>
              <a:buNone/>
              <a:defRPr sz="2175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서로 다른 최대 3곳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56675-8FDD-4D23-A447-6A7A389F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숙소 기준 거리 조건</a:t>
            </a:r>
          </a:p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직선거리와 도보시간은 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B4FE1-E79D-47B1-B116-E3D17E47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마드리드 실제 장소 자료 · 방문 적합성 확인 필요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FE606-F84A-420E-9F34-C77E85F761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4734dc968485c"/>
          <a:stretch xmlns:a="http://schemas.openxmlformats.org/drawingml/2006/main"/>
        </p:blipFill>
        <p:spPr>
          <a:xfrm xmlns:a="http://schemas.openxmlformats.org/drawingml/2006/main">
            <a:off x="6452489" y="2114550"/>
            <a:ext cx="4849622" cy="421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83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E8BBE-3412-42E9-AE63-5B2F776A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추천의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4E73E-034A-4A27-89E4-A11221E5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모르는 정보는 남겨 두기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23210-5BCF-4BA3-90DA-651787F0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리뷰 언어와 현지 주민 비율은 다른 정보입니다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41BB6-04D0-46D4-BEAD-E8AC4F74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F4E45-8D88-4A95-B6FE-D7805516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620DB-A5A8-4DC8-8B02-2692222A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9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관측한 리뷰에서 계산합니다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FF2F7-87A8-4E1F-941E-41CAEC84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100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현지 언어 리뷰가 많아도 주민 비율을 뜻하지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F662E-33AC-4186-A530-DDC0F6CD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원문 확보 · 판별 수 · 미판별 수 · 관측 기간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CD5EA-33FF-4F36-9412-4618FB38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87662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87662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87662A"/>
                </a:solidFill>
                <a:latin typeface="Pretendard"/>
                <a:ea typeface="Pretendard"/>
                <a:cs typeface="Pretendard"/>
              </a:rPr>
              <a:t>엄격 리뷰 추천 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133FF-F327-4734-9303-46756543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실제 수집·이용 범위·언어 품질 검증 전에는 켜지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885065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A1BDE-AD82-4C01-9FA9-09CFC5CC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일정 편집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A3431-5971-48D8-8470-38A12A3B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두 시간의 빈칸에 넣을 수 있을까?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0C559-CC94-4739-9C1A-D3D37239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체류시간과 양쪽 이동을 모두 계산합니다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1B408-2001-4283-B10A-DB33CE1B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F9559-FA6F-407A-87F7-12021C9B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4ABCC-1137-4736-ABD8-0D53D791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13:00 → 15:00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EAF88-E77A-4087-9CA2-36FD4EE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점심 종료부터 다음 예약까지 120분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391D7-6BC7-4DAE-ADA0-0E9782F426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444ceadcb40c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91275" y="2647950"/>
            <a:ext cx="5095875" cy="26955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72445-7A07-4678-B3E2-C5B9F0E9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5476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625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30 + 90 + 30 = 150분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A6970-2140-4EFD-97DF-ACEDA1F1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이동 + 체류 + 이동 → 30분 부족</a:t>
            </a:r>
          </a:p>
          <a:p xmlns:a="http://schemas.openxmlformats.org/drawingml/2006/main">
            <a:pPr>
              <a:buNone/>
              <a:defRPr sz="1875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확정 예약을 옮겨서 끼워 넣지 않습니다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87796-D301-44ED-92AF-E3EE75E5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합성 계산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8EEA8-603E-4F64-8975-C62BFDB9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7647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앱 화면: 고정 예약과 충돌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F7083-BEB3-4ED7-A409-9A6F9309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6007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미리보기 → 적용 → 되돌리기</a:t>
            </a:r>
          </a:p>
        </p:txBody>
      </p:sp>
    </p:spTree>
    <p:extLst>
      <p:ext uri="{BB962C8B-B14F-4D97-AF65-F5344CB8AC3E}">
        <p14:creationId xmlns:p14="http://schemas.microsoft.com/office/powerpoint/2010/main" val="9752487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82B12-F19A-44FA-9C51-CEEC25BD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운영과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F1907-DE2F-4A82-ACFD-691B2B47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실패해도 다시 이어서 쓸 수 있게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F20CF-0FF6-4D08-BE9C-3B0BDB4C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새로고침 · 서버 재시작 · 지도 검색 장애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A908F-7096-4D24-BC5B-86F314BA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48F71-F6E2-4A80-AD6B-CFCFED03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BF342-B26A-4E71-8437-3904ACC2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새로고침해도 작업을 찾습니다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B800D-9DBA-44EC-88D1-9CFEF201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작업 번호·진행 상태를 DB에 저장하고 다시 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4AD9E-C4E3-4CF5-813F-A37706E3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서버가 재시작돼도 자료를 보관합니다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3E71E-2C6F-47FF-8D8F-30F1477D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Render Free + Supabase SQL · 비공개 파일 ·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6E490-B18C-4682-829A-2B1A56FF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지도 실패는 실제 오류부터 확인했습니다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6E080-F6AD-448A-9C68-C1AA2E34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연결 거절 확인 → Photon 적용 → 런던 후보 12곳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C79F2-BF5D-4F9E-8766-2F26BA26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재조회 추가 지도 호출 0회 · 방문 조건까지 검증한 추천 수와는 다릅니다.</a:t>
            </a:r>
          </a:p>
        </p:txBody>
      </p:sp>
    </p:spTree>
    <p:extLst>
      <p:ext uri="{BB962C8B-B14F-4D97-AF65-F5344CB8AC3E}">
        <p14:creationId xmlns:p14="http://schemas.microsoft.com/office/powerpoint/2010/main" val="10642545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B4441-B029-49EF-AD4E-A9EBEBA6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검증과 다음 과제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2ADD2-AB2B-4644-828E-D90C1844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만든 것, 확인한 것, 다음에 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371E6-32FA-4862-BD61-A874BBC3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예약에서 일정까지 연결한 비공개 베타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47D28-8D39-4094-9D32-F750406A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0AE45-F49C-4D42-8EC9-547EFE1B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2F4E3-4941-4205-AE82-A024C8E6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연결한 흐름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213EA-0733-426E-AD34-3B4CC5D3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19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예약 정리 → 질문 → 장소 탐색</a:t>
            </a:r>
          </a:p>
          <a:p xmlns:a="http://schemas.openxmlformats.org/drawingml/2006/main">
            <a:pPr>
              <a:buNone/>
              <a:def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→ 일정 생성·편집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4AA79-1727-4042-86F9-45B1397E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241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아직 확인할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D2C1E-0FE8-41DD-A740-0F899337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00375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도시별 자료의 충분함</a:t>
            </a:r>
          </a:p>
          <a:p xmlns:a="http://schemas.openxmlformats.org/drawingml/2006/main">
            <a:pPr>
              <a:buNone/>
              <a:def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실제 사용자의 만족도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EA3DA-3390-424A-BB61-6199AB97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252B2C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252B2C"/>
                </a:solidFill>
                <a:latin typeface="Pretendard"/>
                <a:ea typeface="Pretendard"/>
                <a:cs typeface="Pretendard"/>
              </a:rPr>
              <a:t>다음 목표: 검색 대기와 불편한 입력 줄이기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67403-5087-46DE-9D3C-F0DFC10D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AI의 답변뿐 아니라 근거와 실패 이후까지 설계했습니다.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FF031-3450-4022-9F6E-F2E7BD41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1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기존 회귀 시험: Python 1,039 · JS 124 통과 / Python 15 skip · 2026-10-07</a:t>
            </a:r>
          </a:p>
        </p:txBody>
      </p:sp>
    </p:spTree>
    <p:extLst>
      <p:ext uri="{BB962C8B-B14F-4D97-AF65-F5344CB8AC3E}">
        <p14:creationId xmlns:p14="http://schemas.microsoft.com/office/powerpoint/2010/main" val="1020334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2026-10-07T03:56:30.4260000Z</dcterms:created>
  <dcterms:modified xsi:type="dcterms:W3CDTF">2026-10-07T03:56:30.4260000Z</dcterms:modified>
</coreProperties>
</file>