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media/media1.mp4" ContentType="video/unknown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Pretendard"/>
        <a:ea typeface="Pretendard"/>
        <a:cs typeface="Pretendard"/>
        <a:sym typeface="Pretendard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Pretendard"/>
        <a:ea typeface="Pretendard"/>
        <a:cs typeface="Pretendard"/>
        <a:sym typeface="Pretendard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Pretendard"/>
        <a:ea typeface="Pretendard"/>
        <a:cs typeface="Pretendard"/>
        <a:sym typeface="Pretendard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Pretendard"/>
        <a:ea typeface="Pretendard"/>
        <a:cs typeface="Pretendard"/>
        <a:sym typeface="Pretendard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Pretendard"/>
        <a:ea typeface="Pretendard"/>
        <a:cs typeface="Pretendard"/>
        <a:sym typeface="Pretendard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Pretendard"/>
        <a:ea typeface="Pretendard"/>
        <a:cs typeface="Pretendard"/>
        <a:sym typeface="Pretendard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Pretendard"/>
        <a:ea typeface="Pretendard"/>
        <a:cs typeface="Pretendard"/>
        <a:sym typeface="Pretendard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Pretendard"/>
        <a:ea typeface="Pretendard"/>
        <a:cs typeface="Pretendard"/>
        <a:sym typeface="Pretendard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Pretendard"/>
        <a:ea typeface="Pretendard"/>
        <a:cs typeface="Pretendard"/>
        <a:sym typeface="Pretendard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Pretendard"/>
          <a:ea typeface="Pretendard"/>
          <a:cs typeface="Pretendar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>
          <a:latin typeface="Pretendard"/>
          <a:ea typeface="Pretendard"/>
          <a:cs typeface="Pretendar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Pretendard"/>
          <a:ea typeface="Pretendard"/>
          <a:cs typeface="Pretendar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Pretendard"/>
          <a:ea typeface="Pretendard"/>
          <a:cs typeface="Pretendar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Pretendard"/>
          <a:ea typeface="Pretendard"/>
          <a:cs typeface="Pretendar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>
          <a:latin typeface="Pretendard"/>
          <a:ea typeface="Pretendard"/>
          <a:cs typeface="Pretendar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Pretendard"/>
          <a:ea typeface="Pretendard"/>
          <a:cs typeface="Pretendar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Pretendard"/>
          <a:ea typeface="Pretendard"/>
          <a:cs typeface="Pretendar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Pretendard"/>
          <a:ea typeface="Pretendard"/>
          <a:cs typeface="Pretendar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>
          <a:latin typeface="Pretendard"/>
          <a:ea typeface="Pretendard"/>
          <a:cs typeface="Pretendar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Pretendard"/>
          <a:ea typeface="Pretendard"/>
          <a:cs typeface="Pretendar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Pretendard"/>
          <a:ea typeface="Pretendard"/>
          <a:cs typeface="Pretendar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Pretendard"/>
          <a:ea typeface="Pretendard"/>
          <a:cs typeface="Pretendard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Pretendard"/>
          <a:ea typeface="Pretendard"/>
          <a:cs typeface="Pretendar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Pretendard"/>
          <a:ea typeface="Pretendard"/>
          <a:cs typeface="Pretendard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Pretendard"/>
          <a:ea typeface="Pretendard"/>
          <a:cs typeface="Pretendar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Pretendard"/>
          <a:ea typeface="Pretendard"/>
          <a:cs typeface="Pretendar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Pretendard"/>
          <a:ea typeface="Pretendard"/>
          <a:cs typeface="Pretendar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Pretendard"/>
          <a:ea typeface="Pretendard"/>
          <a:cs typeface="Pretendar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Pretendard"/>
          <a:ea typeface="Pretendard"/>
          <a:cs typeface="Pretendar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Pretendard"/>
          <a:ea typeface="Pretendard"/>
          <a:cs typeface="Pretendar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Pretendard"/>
          <a:ea typeface="Pretendard"/>
          <a:cs typeface="Pretendar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Pretendard"/>
          <a:ea typeface="Pretendard"/>
          <a:cs typeface="Pretendar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Pretendard"/>
          <a:ea typeface="Pretendard"/>
          <a:cs typeface="Pretendar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3" name="Shape 6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Pretendard"/>
      </a:defRPr>
    </a:lvl1pPr>
    <a:lvl2pPr indent="228600" latinLnBrk="0">
      <a:defRPr sz="1200">
        <a:latin typeface="+mn-lt"/>
        <a:ea typeface="+mn-ea"/>
        <a:cs typeface="+mn-cs"/>
        <a:sym typeface="Pretendard"/>
      </a:defRPr>
    </a:lvl2pPr>
    <a:lvl3pPr indent="457200" latinLnBrk="0">
      <a:defRPr sz="1200">
        <a:latin typeface="+mn-lt"/>
        <a:ea typeface="+mn-ea"/>
        <a:cs typeface="+mn-cs"/>
        <a:sym typeface="Pretendard"/>
      </a:defRPr>
    </a:lvl3pPr>
    <a:lvl4pPr indent="685800" latinLnBrk="0">
      <a:defRPr sz="1200">
        <a:latin typeface="+mn-lt"/>
        <a:ea typeface="+mn-ea"/>
        <a:cs typeface="+mn-cs"/>
        <a:sym typeface="Pretendard"/>
      </a:defRPr>
    </a:lvl4pPr>
    <a:lvl5pPr indent="914400" latinLnBrk="0">
      <a:defRPr sz="1200">
        <a:latin typeface="+mn-lt"/>
        <a:ea typeface="+mn-ea"/>
        <a:cs typeface="+mn-cs"/>
        <a:sym typeface="Pretendard"/>
      </a:defRPr>
    </a:lvl5pPr>
    <a:lvl6pPr indent="1143000" latinLnBrk="0">
      <a:defRPr sz="1200">
        <a:latin typeface="+mn-lt"/>
        <a:ea typeface="+mn-ea"/>
        <a:cs typeface="+mn-cs"/>
        <a:sym typeface="Pretendard"/>
      </a:defRPr>
    </a:lvl6pPr>
    <a:lvl7pPr indent="1371600" latinLnBrk="0">
      <a:defRPr sz="1200">
        <a:latin typeface="+mn-lt"/>
        <a:ea typeface="+mn-ea"/>
        <a:cs typeface="+mn-cs"/>
        <a:sym typeface="Pretendard"/>
      </a:defRPr>
    </a:lvl7pPr>
    <a:lvl8pPr indent="1600200" latinLnBrk="0">
      <a:defRPr sz="1200">
        <a:latin typeface="+mn-lt"/>
        <a:ea typeface="+mn-ea"/>
        <a:cs typeface="+mn-cs"/>
        <a:sym typeface="Pretendard"/>
      </a:defRPr>
    </a:lvl8pPr>
    <a:lvl9pPr indent="1828800" latinLnBrk="0">
      <a:defRPr sz="1200">
        <a:latin typeface="+mn-lt"/>
        <a:ea typeface="+mn-ea"/>
        <a:cs typeface="+mn-cs"/>
        <a:sym typeface="Pretendard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notesSlide1.xml><?xml version="1.0" encoding="utf-8"?>
<ns0:notes xmlns:ns0="http://schemas.openxmlformats.org/presentationml/2006/main" xmlns:ns1="http://schemas.openxmlformats.org/drawingml/2006/main" showMasterSp="1" showMasterPhAnim="1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71" name="Shape 71"/>
          <ns0:cNvSpPr/>
          <ns0:nvPr>
            <ns0:ph type="sldImg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/>
          </ns1:p>
        </ns0:txBody>
      </ns0:sp>
      <ns0:sp>
        <ns0:nvSpPr>
          <ns0:cNvPr id="72" name="Shape 72"/>
          <ns0:cNvSpPr/>
          <ns0:nvPr>
            <ns0:ph type="body" sz="quarter" idx="1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/>
            <ns1:r>
              <ns1:t/>
            </ns1:r>
          </ns1:p>
          <ns1:p>
            <ns1:pPr/>
          </ns1:p>
          <ns1:p>
            <ns1:pPr/>
            <ns1:r>
              <ns1:t/>
            </ns1:r>
          </ns1:p>
          <ns1:p>
            <ns1:pPr/>
          </ns1:p>
          <ns1:p>
            <ns1:pPr/>
            <ns1:r>
              <ns1:t/>
            </ns1:r>
          </ns1:p>
          <ns1:p>
            <ns1:pPr/>
          </ns1:p>
          <ns1:p>
            <ns1:pPr/>
            <ns1:r>
              <ns1:t/>
            </ns1:r>
          </ns1:p>
          <ns1:p>
            <ns1:pPr/>
          </ns1:p>
          <ns1:p>
            <ns1:pPr/>
            <ns1:r>
              <ns1:t/>
            </ns1:r>
          </ns1:p>
          <ns1:p>
            <ns1:pPr/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</ns0:txBody>
      </ns0:sp>
    </ns0:spTree>
  </ns0:cSld>
  <ns0:clrMapOvr>
    <ns1:masterClrMapping/>
  </ns0:clrMapOvr>
</ns0:notes>
</file>

<file path=ppt/notesSlides/notesSlide2.xml><?xml version="1.0" encoding="utf-8"?>
<ns0:notes xmlns:ns0="http://schemas.openxmlformats.org/presentationml/2006/main" xmlns:ns1="http://schemas.openxmlformats.org/drawingml/2006/main" showMasterSp="1" showMasterPhAnim="1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86" name="Shape 86"/>
          <ns0:cNvSpPr/>
          <ns0:nvPr>
            <ns0:ph type="sldImg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/>
          </ns1:p>
        </ns0:txBody>
      </ns0:sp>
      <ns0:sp>
        <ns0:nvSpPr>
          <ns0:cNvPr id="87" name="Shape 87"/>
          <ns0:cNvSpPr/>
          <ns0:nvPr>
            <ns0:ph type="body" sz="quarter" idx="1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/>
            <ns1:r>
              <ns1:t/>
            </ns1:r>
          </ns1:p>
          <ns1:p>
            <ns1:pPr/>
          </ns1:p>
          <ns1:p>
            <ns1:pPr/>
            <ns1:r>
              <ns1:t/>
            </ns1:r>
          </ns1:p>
          <ns1:p>
            <ns1:pPr/>
          </ns1:p>
          <ns1:p>
            <ns1:pPr/>
            <ns1:r>
              <ns1:t/>
            </ns1:r>
          </ns1:p>
          <ns1:p>
            <ns1:pPr/>
          </ns1:p>
          <ns1:p>
            <ns1:pPr/>
            <ns1:r>
              <ns1:t/>
            </ns1:r>
          </ns1:p>
          <ns1:p>
            <ns1:pPr/>
          </ns1:p>
          <ns1:p>
            <ns1:pPr/>
            <ns1:r>
              <ns1:t/>
            </ns1:r>
          </ns1:p>
          <ns1:p>
            <ns1:pPr/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</ns0:txBody>
      </ns0:sp>
    </ns0:spTree>
  </ns0:cSld>
  <ns0:clrMapOvr>
    <ns1:masterClrMapping/>
  </ns0:clrMapOvr>
</ns0:notes>
</file>

<file path=ppt/notesSlides/notesSlide3.xml><?xml version="1.0" encoding="utf-8"?>
<ns0:notes xmlns:ns0="http://schemas.openxmlformats.org/presentationml/2006/main" xmlns:ns1="http://schemas.openxmlformats.org/drawingml/2006/main" showMasterSp="1" showMasterPhAnim="1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97" name="Shape 97"/>
          <ns0:cNvSpPr/>
          <ns0:nvPr>
            <ns0:ph type="sldImg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/>
          </ns1:p>
        </ns0:txBody>
      </ns0:sp>
      <ns0:sp>
        <ns0:nvSpPr>
          <ns0:cNvPr id="98" name="Shape 98"/>
          <ns0:cNvSpPr/>
          <ns0:nvPr>
            <ns0:ph type="body" sz="quarter" idx="1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/>
            <ns1:r>
              <ns1:t/>
            </ns1:r>
          </ns1:p>
          <ns1:p>
            <ns1:pPr/>
          </ns1:p>
          <ns1:p>
            <ns1:pPr/>
            <ns1:r>
              <ns1:t/>
            </ns1:r>
          </ns1:p>
          <ns1:p>
            <ns1:pPr/>
          </ns1:p>
          <ns1:p>
            <ns1:pPr/>
            <ns1:r>
              <ns1:t/>
            </ns1:r>
          </ns1:p>
          <ns1:p>
            <ns1:pPr/>
          </ns1:p>
          <ns1:p>
            <ns1:pPr/>
            <ns1:r>
              <ns1:t/>
            </ns1:r>
          </ns1:p>
          <ns1:p>
            <ns1:pPr/>
          </ns1:p>
          <ns1:p>
            <ns1:pPr/>
            <ns1:r>
              <ns1:t/>
            </ns1:r>
          </ns1:p>
          <ns1:p>
            <ns1:pPr/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</ns0:txBody>
      </ns0:sp>
    </ns0:spTree>
  </ns0:cSld>
  <ns0:clrMapOvr>
    <ns1:masterClrMapping/>
  </ns0:clrMapOvr>
</ns0:notes>
</file>

<file path=ppt/notesSlides/notesSlide4.xml><?xml version="1.0" encoding="utf-8"?>
<ns0:notes xmlns:ns0="http://schemas.openxmlformats.org/presentationml/2006/main" xmlns:ns1="http://schemas.openxmlformats.org/drawingml/2006/main" showMasterSp="1" showMasterPhAnim="1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09" name="Shape 109"/>
          <ns0:cNvSpPr/>
          <ns0:nvPr>
            <ns0:ph type="sldImg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/>
          </ns1:p>
        </ns0:txBody>
      </ns0:sp>
      <ns0:sp>
        <ns0:nvSpPr>
          <ns0:cNvPr id="110" name="Shape 110"/>
          <ns0:cNvSpPr/>
          <ns0:nvPr>
            <ns0:ph type="body" sz="quarter" idx="1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/>
            <ns1:r>
              <ns1:t/>
            </ns1:r>
          </ns1:p>
          <ns1:p>
            <ns1:pPr/>
          </ns1:p>
          <ns1:p>
            <ns1:pPr/>
            <ns1:r>
              <ns1:t/>
            </ns1:r>
          </ns1:p>
          <ns1:p>
            <ns1:pPr/>
          </ns1:p>
          <ns1:p>
            <ns1:pPr/>
            <ns1:r>
              <ns1:t/>
            </ns1:r>
          </ns1:p>
          <ns1:p>
            <ns1:pPr/>
          </ns1:p>
          <ns1:p>
            <ns1:pPr/>
            <ns1:r>
              <ns1:t/>
            </ns1:r>
          </ns1:p>
          <ns1:p>
            <ns1:pPr/>
          </ns1:p>
          <ns1:p>
            <ns1:pPr/>
            <ns1:r>
              <ns1:t/>
            </ns1:r>
          </ns1:p>
          <ns1:p>
            <ns1:pPr/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</ns0:txBody>
      </ns0:sp>
    </ns0:spTree>
  </ns0:cSld>
  <ns0:clrMapOvr>
    <ns1:masterClrMapping/>
  </ns0:clrMapOvr>
</ns0:notes>
</file>

<file path=ppt/notesSlides/notesSlide5.xml><?xml version="1.0" encoding="utf-8"?>
<ns0:notes xmlns:ns0="http://schemas.openxmlformats.org/presentationml/2006/main" xmlns:ns1="http://schemas.openxmlformats.org/drawingml/2006/main" showMasterSp="1" showMasterPhAnim="1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19" name="Shape 119"/>
          <ns0:cNvSpPr/>
          <ns0:nvPr>
            <ns0:ph type="sldImg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/>
          </ns1:p>
        </ns0:txBody>
      </ns0:sp>
      <ns0:sp>
        <ns0:nvSpPr>
          <ns0:cNvPr id="120" name="Shape 120"/>
          <ns0:cNvSpPr/>
          <ns0:nvPr>
            <ns0:ph type="body" sz="quarter" idx="1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/>
            <ns1:r>
              <ns1:t/>
            </ns1:r>
          </ns1:p>
          <ns1:p>
            <ns1:pPr/>
          </ns1:p>
          <ns1:p>
            <ns1:pPr/>
            <ns1:r>
              <ns1:t/>
            </ns1:r>
          </ns1:p>
          <ns1:p>
            <ns1:pPr/>
          </ns1:p>
          <ns1:p>
            <ns1:pPr/>
            <ns1:r>
              <ns1:t/>
            </ns1:r>
          </ns1:p>
          <ns1:p>
            <ns1:pPr/>
          </ns1:p>
          <ns1:p>
            <ns1:pPr/>
            <ns1:r>
              <ns1:t/>
            </ns1:r>
          </ns1:p>
          <ns1:p>
            <ns1:pPr/>
          </ns1:p>
          <ns1:p>
            <ns1:pPr/>
            <ns1:r>
              <ns1:t/>
            </ns1:r>
          </ns1:p>
          <ns1:p>
            <ns1:pPr/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</ns0:txBody>
      </ns0:sp>
    </ns0:spTree>
  </ns0:cSld>
  <ns0:clrMapOvr>
    <ns1:masterClrMapping/>
  </ns0:clrMapOvr>
</ns0:notes>
</file>

<file path=ppt/notesSlides/notesSlide6.xml><?xml version="1.0" encoding="utf-8"?>
<ns0:notes xmlns:ns0="http://schemas.openxmlformats.org/presentationml/2006/main" xmlns:ns1="http://schemas.openxmlformats.org/drawingml/2006/main" showMasterSp="1" showMasterPhAnim="1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31" name="Shape 131"/>
          <ns0:cNvSpPr/>
          <ns0:nvPr>
            <ns0:ph type="sldImg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/>
          </ns1:p>
        </ns0:txBody>
      </ns0:sp>
      <ns0:sp>
        <ns0:nvSpPr>
          <ns0:cNvPr id="132" name="Shape 132"/>
          <ns0:cNvSpPr/>
          <ns0:nvPr>
            <ns0:ph type="body" sz="quarter" idx="1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/>
            <ns1:r>
              <ns1:t/>
            </ns1:r>
          </ns1:p>
          <ns1:p>
            <ns1:pPr/>
          </ns1:p>
          <ns1:p>
            <ns1:pPr/>
            <ns1:r>
              <ns1:t/>
            </ns1:r>
          </ns1:p>
          <ns1:p>
            <ns1:pPr/>
          </ns1:p>
          <ns1:p>
            <ns1:pPr/>
            <ns1:r>
              <ns1:t/>
            </ns1:r>
          </ns1:p>
          <ns1:p>
            <ns1:pPr/>
          </ns1:p>
          <ns1:p>
            <ns1:pPr/>
            <ns1:r>
              <ns1:t/>
            </ns1:r>
          </ns1:p>
          <ns1:p>
            <ns1:pPr/>
          </ns1:p>
          <ns1:p>
            <ns1:pPr/>
            <ns1:r>
              <ns1:t/>
            </ns1:r>
          </ns1:p>
          <ns1:p>
            <ns1:pPr/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</ns0:txBody>
      </ns0:sp>
    </ns0:spTree>
  </ns0:cSld>
  <ns0:clrMapOvr>
    <ns1:masterClrMapping/>
  </ns0:clrMapOvr>
</ns0:notes>
</file>

<file path=ppt/notesSlides/notesSlide7.xml><?xml version="1.0" encoding="utf-8"?>
<ns0:notes xmlns:ns0="http://schemas.openxmlformats.org/presentationml/2006/main" xmlns:ns1="http://schemas.openxmlformats.org/drawingml/2006/main" showMasterSp="1" showMasterPhAnim="1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43" name="Shape 143"/>
          <ns0:cNvSpPr/>
          <ns0:nvPr>
            <ns0:ph type="sldImg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/>
          </ns1:p>
        </ns0:txBody>
      </ns0:sp>
      <ns0:sp>
        <ns0:nvSpPr>
          <ns0:cNvPr id="144" name="Shape 144"/>
          <ns0:cNvSpPr/>
          <ns0:nvPr>
            <ns0:ph type="body" sz="quarter" idx="1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/>
            <ns1:r>
              <ns1:t/>
            </ns1:r>
          </ns1:p>
          <ns1:p>
            <ns1:pPr/>
          </ns1:p>
          <ns1:p>
            <ns1:pPr/>
            <ns1:r>
              <ns1:t/>
            </ns1:r>
          </ns1:p>
          <ns1:p>
            <ns1:pPr/>
          </ns1:p>
          <ns1:p>
            <ns1:pPr/>
            <ns1:r>
              <ns1:t/>
            </ns1:r>
          </ns1:p>
          <ns1:p>
            <ns1:pPr/>
          </ns1:p>
          <ns1:p>
            <ns1:pPr/>
            <ns1:r>
              <ns1:t/>
            </ns1:r>
          </ns1:p>
          <ns1:p>
            <ns1:pPr/>
          </ns1:p>
          <ns1:p>
            <ns1:pPr/>
            <ns1:r>
              <ns1:t/>
            </ns1:r>
          </ns1:p>
          <ns1:p>
            <ns1:pPr/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</ns0:txBody>
      </ns0:sp>
    </ns0:spTree>
  </ns0:cSld>
  <ns0:clrMapOvr>
    <ns1:masterClrMapping/>
  </ns0:clrMapOvr>
</ns0:notes>
</file>

<file path=ppt/notesSlides/notesSlide8.xml><?xml version="1.0" encoding="utf-8"?>
<ns0:notes xmlns:ns0="http://schemas.openxmlformats.org/presentationml/2006/main" xmlns:ns1="http://schemas.openxmlformats.org/drawingml/2006/main" showMasterSp="1" showMasterPhAnim="1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58" name="Shape 158"/>
          <ns0:cNvSpPr/>
          <ns0:nvPr>
            <ns0:ph type="sldImg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/>
          </ns1:p>
        </ns0:txBody>
      </ns0:sp>
      <ns0:sp>
        <ns0:nvSpPr>
          <ns0:cNvPr id="159" name="Shape 159"/>
          <ns0:cNvSpPr/>
          <ns0:nvPr>
            <ns0:ph type="body" sz="quarter" idx="1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/>
            <ns1:r>
              <ns1:t/>
            </ns1:r>
          </ns1:p>
          <ns1:p>
            <ns1:pPr/>
          </ns1:p>
          <ns1:p>
            <ns1:pPr/>
            <ns1:r>
              <ns1:t/>
            </ns1:r>
          </ns1:p>
          <ns1:p>
            <ns1:pPr/>
          </ns1:p>
          <ns1:p>
            <ns1:pPr/>
            <ns1:r>
              <ns1:t/>
            </ns1:r>
          </ns1:p>
          <ns1:p>
            <ns1:pPr/>
          </ns1:p>
          <ns1:p>
            <ns1:pPr/>
            <ns1:r>
              <ns1:t/>
            </ns1:r>
          </ns1:p>
          <ns1:p>
            <ns1:pPr/>
          </ns1:p>
          <ns1:p>
            <ns1:pPr/>
            <ns1:r>
              <ns1:t/>
            </ns1:r>
          </ns1:p>
          <ns1:p>
            <ns1:pPr/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</ns0:txBody>
      </ns0:sp>
    </ns0:spTree>
  </ns0:cSld>
  <ns0:clrMapOvr>
    <ns1:masterClrMapping/>
  </ns0:clrMapOvr>
</ns0:notes>
</file>

<file path=ppt/notesSlides/notesSlide9.xml><?xml version="1.0" encoding="utf-8"?>
<ns0:notes xmlns:ns0="http://schemas.openxmlformats.org/presentationml/2006/main" xmlns:ns1="http://schemas.openxmlformats.org/drawingml/2006/main" showMasterSp="1" showMasterPhAnim="1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72" name="Shape 172"/>
          <ns0:cNvSpPr/>
          <ns0:nvPr>
            <ns0:ph type="sldImg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/>
          </ns1:p>
        </ns0:txBody>
      </ns0:sp>
      <ns0:sp>
        <ns0:nvSpPr>
          <ns0:cNvPr id="173" name="Shape 173"/>
          <ns0:cNvSpPr/>
          <ns0:nvPr>
            <ns0:ph type="body" sz="quarter" idx="1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/>
            <ns1:r>
              <ns1:t/>
            </ns1:r>
          </ns1:p>
          <ns1:p>
            <ns1:pPr/>
          </ns1:p>
          <ns1:p>
            <ns1:pPr/>
            <ns1:r>
              <ns1:t/>
            </ns1:r>
          </ns1:p>
          <ns1:p>
            <ns1:pPr/>
          </ns1:p>
          <ns1:p>
            <ns1:pPr/>
            <ns1:r>
              <ns1:t/>
            </ns1:r>
          </ns1:p>
          <ns1:p>
            <ns1:pPr/>
          </ns1:p>
          <ns1:p>
            <ns1:pPr/>
            <ns1:r>
              <ns1:t/>
            </ns1:r>
          </ns1:p>
          <ns1:p>
            <ns1:pPr/>
          </ns1:p>
          <ns1:p>
            <ns1:pPr/>
            <ns1:r>
              <ns1:t/>
            </ns1:r>
          </ns1:p>
          <ns1:p>
            <ns1:pPr/>
          </ns1:p>
          <ns1:p>
            <ns1:pPr/>
            <ns1:r>
              <ns1:t/>
            </ns1:r>
          </ns1:p>
          <ns1:p>
            <ns1:pPr/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</ns0:txBody>
      </ns0:sp>
    </ns0:spTree>
  </ns0:cSld>
  <ns0:clrMapOvr>
    <ns1:masterClrMapping/>
  </ns0:clrMapOvr>
</ns0:notes>
</file>

<file path=ppt/notesSlides/notesSlide10.xml><?xml version="1.0" encoding="utf-8"?>
<ns0:notes xmlns:ns0="http://schemas.openxmlformats.org/presentationml/2006/main" xmlns:ns1="http://schemas.openxmlformats.org/drawingml/2006/main" showMasterSp="1" showMasterPhAnim="1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86" name="Shape 186"/>
          <ns0:cNvSpPr/>
          <ns0:nvPr>
            <ns0:ph type="sldImg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/>
          </ns1:p>
        </ns0:txBody>
      </ns0:sp>
      <ns0:sp>
        <ns0:nvSpPr>
          <ns0:cNvPr id="187" name="Shape 187"/>
          <ns0:cNvSpPr/>
          <ns0:nvPr>
            <ns0:ph type="body" sz="quarter" idx="1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/>
            <ns1:r>
              <ns1:t/>
            </ns1:r>
          </ns1:p>
          <ns1:p>
            <ns1:pPr/>
          </ns1:p>
          <ns1:p>
            <ns1:pPr/>
            <ns1:r>
              <ns1:t/>
            </ns1:r>
          </ns1:p>
          <ns1:p>
            <ns1:pPr/>
          </ns1:p>
          <ns1:p>
            <ns1:pPr/>
            <ns1:r>
              <ns1:t/>
            </ns1:r>
          </ns1:p>
          <ns1:p>
            <ns1:pPr/>
          </ns1:p>
          <ns1:p>
            <ns1:pPr/>
            <ns1:r>
              <ns1:t/>
            </ns1:r>
          </ns1:p>
          <ns1:p>
            <ns1:pPr/>
          </ns1:p>
          <ns1:p>
            <ns1:pPr/>
            <ns1:r>
              <ns1:t/>
            </ns1:r>
          </ns1:p>
          <ns1:p>
            <ns1:pPr/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</ns0:txBody>
      </ns0:sp>
    </ns0:spTree>
  </ns0:cSld>
  <ns0:clrMapOvr>
    <ns1:masterClrMapping/>
  </ns0:clrMapOvr>
</ns0:notes>
</file>

<file path=ppt/notesSlides/notesSlide11.xml><?xml version="1.0" encoding="utf-8"?>
<ns0:notes xmlns:ns0="http://schemas.openxmlformats.org/presentationml/2006/main" xmlns:ns1="http://schemas.openxmlformats.org/drawingml/2006/main" showMasterSp="1" showMasterPhAnim="1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92" name="Shape 192"/>
          <ns0:cNvSpPr/>
          <ns0:nvPr>
            <ns0:ph type="sldImg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/>
          </ns1:p>
        </ns0:txBody>
      </ns0:sp>
      <ns0:sp>
        <ns0:nvSpPr>
          <ns0:cNvPr id="193" name="Shape 193"/>
          <ns0:cNvSpPr/>
          <ns0:nvPr>
            <ns0:ph type="body" sz="quarter" idx="1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/>
            <ns1:r>
              <ns1:t/>
            </ns1:r>
          </ns1:p>
          <ns1:p>
            <ns1:pPr/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</ns1:p>
          <ns1:p>
            <ns1:pPr/>
            <ns1:r>
              <ns1:t/>
            </ns1:r>
          </ns1:p>
          <ns1:p>
            <ns1:pPr/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  <ns1:p>
            <ns1:pPr/>
            <ns1:r>
              <ns1:t/>
            </ns1:r>
          </ns1:p>
        </ns0:txBody>
      </ns0:sp>
    </ns0:spTree>
  </ns0:cSld>
  <ns0:clrMapOvr>
    <ns1:masterClrMapping/>
  </ns0:clrMapOvr>
</ns0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텍스트"/>
          <p:cNvSpPr txBox="1"/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</p:spPr>
        <p:txBody>
          <a:bodyPr anchor="ctr"/>
          <a:lstStyle/>
          <a:p>
            <a:pPr/>
            <a:r>
              <a:t>제목 텍스트</a:t>
            </a:r>
          </a:p>
        </p:txBody>
      </p:sp>
      <p:sp>
        <p:nvSpPr>
          <p:cNvPr id="12" name="본문 첫 번째 줄…"/>
          <p:cNvSpPr txBox="1"/>
          <p:nvPr>
            <p:ph type="body" sz="quarter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SzTx/>
              <a:buNone/>
            </a:lvl1pPr>
            <a:lvl2pPr marL="0" indent="0">
              <a:spcBef>
                <a:spcPts val="0"/>
              </a:spcBef>
              <a:buSzTx/>
              <a:buNone/>
            </a:lvl2pPr>
            <a:lvl3pPr marL="0" indent="0">
              <a:spcBef>
                <a:spcPts val="0"/>
              </a:spcBef>
              <a:buSzTx/>
              <a:buNone/>
            </a:lvl3pPr>
            <a:lvl4pPr marL="0" indent="0">
              <a:spcBef>
                <a:spcPts val="0"/>
              </a:spcBef>
              <a:buSzTx/>
              <a:buNone/>
            </a:lvl4pPr>
            <a:lvl5pPr marL="0" indent="0">
              <a:spcBef>
                <a:spcPts val="0"/>
              </a:spcBef>
              <a:buSzTx/>
              <a:buNone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3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텍스트"/>
          <p:cNvSpPr txBox="1"/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</p:spPr>
        <p:txBody>
          <a:bodyPr anchor="ctr"/>
          <a:lstStyle/>
          <a:p>
            <a:pPr/>
            <a:r>
              <a:t>제목 텍스트</a:t>
            </a:r>
          </a:p>
        </p:txBody>
      </p:sp>
      <p:sp>
        <p:nvSpPr>
          <p:cNvPr id="2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29" name="본문 첫 번째 줄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30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38" name="본문 첫 번째 줄…"/>
          <p:cNvSpPr txBox="1"/>
          <p:nvPr>
            <p:ph type="body" sz="half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</p:spPr>
        <p:txBody>
          <a:bodyPr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39" name="Right column"/>
          <p:cNvSpPr/>
          <p:nvPr>
            <p:ph type="body" sz="half" idx="21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0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48" name="본문 첫 번째 줄…"/>
          <p:cNvSpPr txBox="1"/>
          <p:nvPr>
            <p:ph type="body" sz="half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</p:spPr>
        <p:txBody>
          <a:bodyPr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9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제목 텍스트</a:t>
            </a:r>
          </a:p>
        </p:txBody>
      </p:sp>
      <p:sp>
        <p:nvSpPr>
          <p:cNvPr id="3" name="본문 첫 번째 줄…"/>
          <p:cNvSpPr txBox="1"/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" name="슬라이드 번호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latin typeface="+mj-lt"/>
                <a:ea typeface="+mj-ea"/>
                <a:cs typeface="+mj-cs"/>
                <a:sym typeface="Pretendard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 xmlns:p14="http://schemas.microsoft.com/office/powerpoint/2010/main" spd="med" advClick="1"/>
  <p:txStyles>
    <p:titleStyle>
      <a:lvl1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Pretendard"/>
          <a:ea typeface="Pretendard"/>
          <a:cs typeface="Pretendard"/>
          <a:sym typeface="Pretendard"/>
        </a:defRPr>
      </a:lvl1pPr>
      <a:lvl2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Pretendard"/>
          <a:ea typeface="Pretendard"/>
          <a:cs typeface="Pretendard"/>
          <a:sym typeface="Pretendard"/>
        </a:defRPr>
      </a:lvl2pPr>
      <a:lvl3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Pretendard"/>
          <a:ea typeface="Pretendard"/>
          <a:cs typeface="Pretendard"/>
          <a:sym typeface="Pretendard"/>
        </a:defRPr>
      </a:lvl3pPr>
      <a:lvl4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Pretendard"/>
          <a:ea typeface="Pretendard"/>
          <a:cs typeface="Pretendard"/>
          <a:sym typeface="Pretendard"/>
        </a:defRPr>
      </a:lvl4pPr>
      <a:lvl5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Pretendard"/>
          <a:ea typeface="Pretendard"/>
          <a:cs typeface="Pretendard"/>
          <a:sym typeface="Pretendard"/>
        </a:defRPr>
      </a:lvl5pPr>
      <a:lvl6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Pretendard"/>
          <a:ea typeface="Pretendard"/>
          <a:cs typeface="Pretendard"/>
          <a:sym typeface="Pretendard"/>
        </a:defRPr>
      </a:lvl6pPr>
      <a:lvl7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Pretendard"/>
          <a:ea typeface="Pretendard"/>
          <a:cs typeface="Pretendard"/>
          <a:sym typeface="Pretendard"/>
        </a:defRPr>
      </a:lvl7pPr>
      <a:lvl8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Pretendard"/>
          <a:ea typeface="Pretendard"/>
          <a:cs typeface="Pretendard"/>
          <a:sym typeface="Pretendard"/>
        </a:defRPr>
      </a:lvl8pPr>
      <a:lvl9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Pretendard"/>
          <a:ea typeface="Pretendard"/>
          <a:cs typeface="Pretendard"/>
          <a:sym typeface="Pretendard"/>
        </a:defRPr>
      </a:lvl9pPr>
    </p:titleStyle>
    <p:bodyStyle>
      <a:lvl1pPr marL="228600" marR="0" indent="-228600" algn="l" defTabSz="914400" latinLnBrk="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Pretendard"/>
          <a:ea typeface="Pretendard"/>
          <a:cs typeface="Pretendard"/>
          <a:sym typeface="Pretendard"/>
        </a:defRPr>
      </a:lvl1pPr>
      <a:lvl2pPr marL="571500" marR="0" indent="-266700" algn="l" defTabSz="914400" latinLnBrk="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Pretendard"/>
          <a:ea typeface="Pretendard"/>
          <a:cs typeface="Pretendard"/>
          <a:sym typeface="Pretendard"/>
        </a:defRPr>
      </a:lvl2pPr>
      <a:lvl3pPr marL="929639" marR="0" indent="-320039" algn="l" defTabSz="914400" latinLnBrk="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Pretendard"/>
          <a:ea typeface="Pretendard"/>
          <a:cs typeface="Pretendard"/>
          <a:sym typeface="Pretendard"/>
        </a:defRPr>
      </a:lvl3pPr>
      <a:lvl4pPr marL="1270000" marR="0" indent="-355600" algn="l" defTabSz="914400" latinLnBrk="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Pretendard"/>
          <a:ea typeface="Pretendard"/>
          <a:cs typeface="Pretendard"/>
          <a:sym typeface="Pretendard"/>
        </a:defRPr>
      </a:lvl4pPr>
      <a:lvl5pPr marL="1574800" marR="0" indent="-355600" algn="l" defTabSz="914400" latinLnBrk="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Pretendard"/>
          <a:ea typeface="Pretendard"/>
          <a:cs typeface="Pretendard"/>
          <a:sym typeface="Pretendard"/>
        </a:defRPr>
      </a:lvl5pPr>
      <a:lvl6pPr marL="1879600" marR="0" indent="-355600" algn="l" defTabSz="914400" latinLnBrk="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Pretendard"/>
          <a:ea typeface="Pretendard"/>
          <a:cs typeface="Pretendard"/>
          <a:sym typeface="Pretendard"/>
        </a:defRPr>
      </a:lvl6pPr>
      <a:lvl7pPr marL="2184400" marR="0" indent="-355600" algn="l" defTabSz="914400" latinLnBrk="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Pretendard"/>
          <a:ea typeface="Pretendard"/>
          <a:cs typeface="Pretendard"/>
          <a:sym typeface="Pretendard"/>
        </a:defRPr>
      </a:lvl7pPr>
      <a:lvl8pPr marL="2489200" marR="0" indent="-355600" algn="l" defTabSz="914400" latinLnBrk="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Pretendard"/>
          <a:ea typeface="Pretendard"/>
          <a:cs typeface="Pretendard"/>
          <a:sym typeface="Pretendard"/>
        </a:defRPr>
      </a:lvl8pPr>
      <a:lvl9pPr marL="2794000" marR="0" indent="-355600" algn="l" defTabSz="914400" latinLnBrk="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Pretendard"/>
          <a:ea typeface="Pretendard"/>
          <a:cs typeface="Pretendard"/>
          <a:sym typeface="Pretendard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Pretendard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Pretendard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Pretendard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Pretendard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Pretendard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Pretendard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Pretendard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Pretendard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Pretendard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video" Target="../media/media1.mp4"/><Relationship Id="rId5" Type="http://schemas.microsoft.com/office/2007/relationships/media" Target="../media/media1.mp4"/><Relationship Id="rId6" Type="http://schemas.openxmlformats.org/officeDocument/2006/relationships/image" Target="../media/image9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254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image.png" descr="imag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09600" y="609600"/>
            <a:ext cx="838200" cy="838200"/>
          </a:xfrm>
          <a:prstGeom prst="rect">
            <a:avLst/>
          </a:prstGeom>
          <a:ln w="12700">
            <a:miter lim="400000"/>
          </a:ln>
        </p:spPr>
      </p:pic>
      <p:sp>
        <p:nvSpPr>
          <p:cNvPr id="66" name="여행 준비 서비스"/>
          <p:cNvSpPr txBox="1"/>
          <p:nvPr/>
        </p:nvSpPr>
        <p:spPr>
          <a:xfrm>
            <a:off x="609600" y="2066925"/>
            <a:ext cx="9906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E2EBE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buNone/>
              <a:defRPr sz="2025" b="0">
                <a:solidFill>
                  <a:srgbClr val="E2EBE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E2EBE9"/>
                </a:solidFill>
                <a:latin typeface="Pretendard"/>
                <a:ea typeface="Pretendard"/>
                <a:cs typeface="Pretendard"/>
              </a:rPr>
              <a:t>여행 준비 서비스</a:t>
            </a:r>
          </a:p>
        </p:txBody>
      </p:sp>
      <p:sp>
        <p:nvSpPr>
          <p:cNvPr id="67" name="고잉"/>
          <p:cNvSpPr txBox="1"/>
          <p:nvPr/>
        </p:nvSpPr>
        <p:spPr>
          <a:xfrm>
            <a:off x="552450" y="2638425"/>
            <a:ext cx="7620000" cy="1504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buNone/>
              <a:defRPr sz="8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8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고잉</a:t>
            </a:r>
          </a:p>
        </p:txBody>
      </p:sp>
      <p:sp>
        <p:nvSpPr>
          <p:cNvPr id="68" name="예약 메일부터 하루 일정까지"/>
          <p:cNvSpPr txBox="1"/>
          <p:nvPr/>
        </p:nvSpPr>
        <p:spPr>
          <a:xfrm>
            <a:off x="609600" y="4324350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buNone/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예약 메일부터 하루 일정까지</a:t>
            </a:r>
          </a:p>
        </p:txBody>
      </p:sp>
      <p:sp>
        <p:nvSpPr>
          <p:cNvPr id="69" name="흩어진 예약을 모으고, 가고 싶은 곳을 일정으로 연결합니다."/>
          <p:cNvSpPr txBox="1"/>
          <p:nvPr/>
        </p:nvSpPr>
        <p:spPr>
          <a:xfrm>
            <a:off x="609600" y="5257800"/>
            <a:ext cx="108585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0">
                <a:solidFill>
                  <a:srgbClr val="DCE6E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75" b="0">
                <a:solidFill>
                  <a:srgbClr val="DCE6E9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DCE6E9"/>
                </a:solidFill>
                <a:latin typeface="Pretendard"/>
                <a:ea typeface="Pretendard"/>
                <a:cs typeface="Pretendard"/>
              </a:rPr>
              <a:t>흩어진 예약을 모으고, 가고 싶은 곳을 일정으로 연결합니다.</a:t>
            </a:r>
          </a:p>
        </p:txBody>
      </p:sp>
      <p:sp>
        <p:nvSpPr>
          <p:cNvPr id="70" name="프로젝트 발표  ·  2026.10"/>
          <p:cNvSpPr txBox="1"/>
          <p:nvPr/>
        </p:nvSpPr>
        <p:spPr>
          <a:xfrm>
            <a:off x="609600" y="6267450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E2EBE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buNone/>
              <a:defRPr sz="1350" b="0">
                <a:solidFill>
                  <a:srgbClr val="E2EBE9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E2EBE9"/>
                </a:solidFill>
                <a:latin typeface="Pretendard"/>
                <a:ea typeface="Pretendard"/>
                <a:cs typeface="Pretendard"/>
              </a:rPr>
              <a:t>프로젝트 발표  ·  2026.10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고잉  /  문제"/>
          <p:cNvSpPr txBox="1"/>
          <p:nvPr/>
        </p:nvSpPr>
        <p:spPr>
          <a:xfrm>
            <a:off x="609600" y="285750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buNone/>
              <a:def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고잉  /  문제</a:t>
            </a:r>
          </a:p>
        </p:txBody>
      </p:sp>
      <p:sp>
        <p:nvSpPr>
          <p:cNvPr id="75" name="여행할 때마다 다시 찾는 정보"/>
          <p:cNvSpPr txBox="1"/>
          <p:nvPr/>
        </p:nvSpPr>
        <p:spPr>
          <a:xfrm>
            <a:off x="609600" y="809625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여행할 때마다 다시 찾는 정보</a:t>
            </a:r>
          </a:p>
        </p:txBody>
      </p:sp>
      <p:sp>
        <p:nvSpPr>
          <p:cNvPr id="76" name="장소를 고른 뒤에도 예약과 동선을 다시 확인해야 했습니다"/>
          <p:cNvSpPr txBox="1"/>
          <p:nvPr/>
        </p:nvSpPr>
        <p:spPr>
          <a:xfrm>
            <a:off x="609600" y="1476375"/>
            <a:ext cx="110490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장소를 고른 뒤에도 예약과 동선을 다시 확인해야 했습니다</a:t>
            </a:r>
          </a:p>
        </p:txBody>
      </p:sp>
      <p:sp>
        <p:nvSpPr>
          <p:cNvPr id="77" name="02"/>
          <p:cNvSpPr txBox="1"/>
          <p:nvPr/>
        </p:nvSpPr>
        <p:spPr>
          <a:xfrm>
            <a:off x="11049000" y="6429375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buNone/>
              <a:def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78" name="“현지어 리뷰가 많은 식당도 가보고 싶다”"/>
          <p:cNvSpPr txBox="1"/>
          <p:nvPr/>
        </p:nvSpPr>
        <p:spPr>
          <a:xfrm>
            <a:off x="609600" y="235267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1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1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“현지어 리뷰가 많은 식당도 가보고 싶다”</a:t>
            </a:r>
          </a:p>
        </p:txBody>
      </p:sp>
      <p:sp>
        <p:nvSpPr>
          <p:cNvPr id="79" name="“이 식당을 들렀다가 다음 예약에 갈 수 있을까?”"/>
          <p:cNvSpPr txBox="1"/>
          <p:nvPr/>
        </p:nvSpPr>
        <p:spPr>
          <a:xfrm>
            <a:off x="609600" y="3152775"/>
            <a:ext cx="10953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55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55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5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“이 식당을 들렀다가 다음 예약에 갈 수 있을까?”</a:t>
            </a:r>
          </a:p>
        </p:txBody>
      </p:sp>
      <p:sp>
        <p:nvSpPr>
          <p:cNvPr id="80" name="메일함"/>
          <p:cNvSpPr txBox="1"/>
          <p:nvPr/>
        </p:nvSpPr>
        <p:spPr>
          <a:xfrm>
            <a:off x="609600" y="4533900"/>
            <a:ext cx="3429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40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40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메일함</a:t>
            </a:r>
          </a:p>
        </p:txBody>
      </p:sp>
      <p:sp>
        <p:nvSpPr>
          <p:cNvPr id="81" name="예약 날짜와 시간"/>
          <p:cNvSpPr txBox="1"/>
          <p:nvPr/>
        </p:nvSpPr>
        <p:spPr>
          <a:xfrm>
            <a:off x="609600" y="5114925"/>
            <a:ext cx="3429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예약 날짜와 시간</a:t>
            </a:r>
          </a:p>
        </p:txBody>
      </p:sp>
      <p:sp>
        <p:nvSpPr>
          <p:cNvPr id="82" name="지도와 리뷰"/>
          <p:cNvSpPr txBox="1"/>
          <p:nvPr/>
        </p:nvSpPr>
        <p:spPr>
          <a:xfrm>
            <a:off x="4343400" y="4533900"/>
            <a:ext cx="3429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40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40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지도와 리뷰</a:t>
            </a:r>
          </a:p>
        </p:txBody>
      </p:sp>
      <p:sp>
        <p:nvSpPr>
          <p:cNvPr id="83" name="장소를 고르고 거리 비교"/>
          <p:cNvSpPr txBox="1"/>
          <p:nvPr/>
        </p:nvSpPr>
        <p:spPr>
          <a:xfrm>
            <a:off x="4343400" y="5114925"/>
            <a:ext cx="3429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장소를 고르고 거리 비교</a:t>
            </a:r>
          </a:p>
        </p:txBody>
      </p:sp>
      <p:sp>
        <p:nvSpPr>
          <p:cNvPr id="84" name="여행 메모"/>
          <p:cNvSpPr txBox="1"/>
          <p:nvPr/>
        </p:nvSpPr>
        <p:spPr>
          <a:xfrm>
            <a:off x="8077200" y="4533900"/>
            <a:ext cx="3429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40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40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여행 메모</a:t>
            </a:r>
          </a:p>
        </p:txBody>
      </p:sp>
      <p:sp>
        <p:nvSpPr>
          <p:cNvPr id="85" name="예약과 동선을 다시 맞추기"/>
          <p:cNvSpPr txBox="1"/>
          <p:nvPr/>
        </p:nvSpPr>
        <p:spPr>
          <a:xfrm>
            <a:off x="8077200" y="5114925"/>
            <a:ext cx="3429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예약과 동선을 다시 맞추기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고잉  /  사용 흐름"/>
          <p:cNvSpPr txBox="1"/>
          <p:nvPr/>
        </p:nvSpPr>
        <p:spPr>
          <a:xfrm>
            <a:off x="609600" y="285750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buNone/>
              <a:def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고잉  /  사용 흐름</a:t>
            </a:r>
          </a:p>
        </p:txBody>
      </p:sp>
      <p:sp>
        <p:nvSpPr>
          <p:cNvPr id="90" name="여행 하나를 중심으로"/>
          <p:cNvSpPr txBox="1"/>
          <p:nvPr/>
        </p:nvSpPr>
        <p:spPr>
          <a:xfrm>
            <a:off x="609600" y="809625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여행 하나를 중심으로</a:t>
            </a:r>
          </a:p>
        </p:txBody>
      </p:sp>
      <p:sp>
        <p:nvSpPr>
          <p:cNvPr id="91" name="도시와 날짜를 한 번 입력하고 계속 이어서 사용합니다"/>
          <p:cNvSpPr txBox="1"/>
          <p:nvPr/>
        </p:nvSpPr>
        <p:spPr>
          <a:xfrm>
            <a:off x="609600" y="1476375"/>
            <a:ext cx="110490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도시와 날짜를 한 번 입력하고 계속 이어서 사용합니다</a:t>
            </a:r>
          </a:p>
        </p:txBody>
      </p:sp>
      <p:sp>
        <p:nvSpPr>
          <p:cNvPr id="92" name="03"/>
          <p:cNvSpPr txBox="1"/>
          <p:nvPr/>
        </p:nvSpPr>
        <p:spPr>
          <a:xfrm>
            <a:off x="11049000" y="6429375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buNone/>
              <a:def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93" name="도시와 날짜를 먼저"/>
          <p:cNvSpPr txBox="1"/>
          <p:nvPr/>
        </p:nvSpPr>
        <p:spPr>
          <a:xfrm>
            <a:off x="609600" y="2419350"/>
            <a:ext cx="32385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도시와 날짜를 먼저</a:t>
            </a:r>
          </a:p>
        </p:txBody>
      </p:sp>
      <p:sp>
        <p:nvSpPr>
          <p:cNvPr id="94" name="예약과 장소, 일정에서 같은 여행 정보를 재사용"/>
          <p:cNvSpPr txBox="1"/>
          <p:nvPr/>
        </p:nvSpPr>
        <p:spPr>
          <a:xfrm>
            <a:off x="609600" y="3105150"/>
            <a:ext cx="33147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예약과 장소, 일정에서</a:t>
            </a:r>
            <a:br>
              <a: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</a:br>
            <a:r>
              <a: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같은 여행 정보를 재사용</a:t>
            </a:r>
          </a:p>
        </p:txBody>
      </p:sp>
      <p:sp>
        <p:nvSpPr>
          <p:cNvPr id="95" name="숙소 없이도 시작 필요한 조건만 나중에 추가"/>
          <p:cNvSpPr txBox="1"/>
          <p:nvPr/>
        </p:nvSpPr>
        <p:spPr>
          <a:xfrm>
            <a:off x="609600" y="4619625"/>
            <a:ext cx="33147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0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숙소 없이도 시작</a:t>
            </a:r>
            <a:br>
              <a:rPr sz="20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</a:br>
            <a:r>
              <a:rPr sz="20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필요한 조건만 나중에 추가</a:t>
            </a:r>
          </a:p>
        </p:txBody>
      </p:sp>
      <p:pic>
        <p:nvPicPr>
          <p:cNvPr id="96" name="image2.png" descr="image2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520021" y="2105025"/>
            <a:ext cx="6866709" cy="4343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고잉  /  메일 분석"/>
          <p:cNvSpPr txBox="1"/>
          <p:nvPr/>
        </p:nvSpPr>
        <p:spPr>
          <a:xfrm>
            <a:off x="609600" y="285750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buNone/>
              <a:def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고잉  /  메일 분석</a:t>
            </a:r>
          </a:p>
        </p:txBody>
      </p:sp>
      <p:sp>
        <p:nvSpPr>
          <p:cNvPr id="101" name="메일을 예약으로 정리하기"/>
          <p:cNvSpPr txBox="1"/>
          <p:nvPr/>
        </p:nvSpPr>
        <p:spPr>
          <a:xfrm>
            <a:off x="609600" y="809625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메일을 예약으로 정리하기</a:t>
            </a:r>
          </a:p>
        </p:txBody>
      </p:sp>
      <p:sp>
        <p:nvSpPr>
          <p:cNvPr id="102" name="읽어 낸 날짜와 시간을 사용자가 확인하고 수정합니다"/>
          <p:cNvSpPr txBox="1"/>
          <p:nvPr/>
        </p:nvSpPr>
        <p:spPr>
          <a:xfrm>
            <a:off x="609600" y="1476375"/>
            <a:ext cx="110490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읽어 낸 날짜와 시간을 사용자가 확인하고 수정합니다</a:t>
            </a:r>
          </a:p>
        </p:txBody>
      </p:sp>
      <p:sp>
        <p:nvSpPr>
          <p:cNvPr id="103" name="04"/>
          <p:cNvSpPr txBox="1"/>
          <p:nvPr/>
        </p:nvSpPr>
        <p:spPr>
          <a:xfrm>
            <a:off x="11049000" y="6429375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buNone/>
              <a:def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104" name="AI가 읽고, 사용자가 확인"/>
          <p:cNvSpPr txBox="1"/>
          <p:nvPr/>
        </p:nvSpPr>
        <p:spPr>
          <a:xfrm>
            <a:off x="609600" y="2390775"/>
            <a:ext cx="538162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AI가 읽고, 사용자가 확인</a:t>
            </a:r>
          </a:p>
        </p:txBody>
      </p:sp>
      <p:sp>
        <p:nvSpPr>
          <p:cNvPr id="105" name="체크인과 체크아웃을 한눈에"/>
          <p:cNvSpPr txBox="1"/>
          <p:nvPr/>
        </p:nvSpPr>
        <p:spPr>
          <a:xfrm>
            <a:off x="609600" y="3086100"/>
            <a:ext cx="55245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체크인과 체크아웃을 한눈에</a:t>
            </a:r>
          </a:p>
        </p:txBody>
      </p:sp>
      <p:sp>
        <p:nvSpPr>
          <p:cNvPr id="106" name="왕복편과 복수 예약도 구분 직접 고친 값은 다시 분석해도 유지"/>
          <p:cNvSpPr txBox="1"/>
          <p:nvPr/>
        </p:nvSpPr>
        <p:spPr>
          <a:xfrm>
            <a:off x="609600" y="4019550"/>
            <a:ext cx="561975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왕복편과 복수 예약도 구분</a:t>
            </a:r>
            <a:br>
              <a: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</a:br>
            <a:r>
              <a: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직접 고친 값은 다시 분석해도 유지</a:t>
            </a:r>
          </a:p>
        </p:txBody>
      </p:sp>
      <p:sp>
        <p:nvSpPr>
          <p:cNvPr id="107" name="AI 분석: gpt-5-mini 화면: 가상 메일의 기본 분석 예시"/>
          <p:cNvSpPr txBox="1"/>
          <p:nvPr/>
        </p:nvSpPr>
        <p:spPr>
          <a:xfrm>
            <a:off x="609600" y="5505450"/>
            <a:ext cx="55245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AI 분석: gpt-5-mini</a:t>
            </a:r>
            <a:br>
              <a:rPr sz="180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</a:br>
            <a:r>
              <a:rPr sz="180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화면: 가상 메일의 기본 분석 예시</a:t>
            </a:r>
          </a:p>
        </p:txBody>
      </p:sp>
      <p:pic>
        <p:nvPicPr>
          <p:cNvPr id="108" name="image3.png" descr="image3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495677" y="2028825"/>
            <a:ext cx="4887071" cy="425767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고잉  /  근거 기반 답변"/>
          <p:cNvSpPr txBox="1"/>
          <p:nvPr/>
        </p:nvSpPr>
        <p:spPr>
          <a:xfrm>
            <a:off x="609600" y="285750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buNone/>
              <a:def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고잉  /  근거 기반 답변</a:t>
            </a:r>
          </a:p>
        </p:txBody>
      </p:sp>
      <p:sp>
        <p:nvSpPr>
          <p:cNvPr id="113" name="날짜로 묻고, 원문으로 확인하기"/>
          <p:cNvSpPr txBox="1"/>
          <p:nvPr/>
        </p:nvSpPr>
        <p:spPr>
          <a:xfrm>
            <a:off x="609600" y="809625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날짜로 묻고, 원문으로 확인하기</a:t>
            </a:r>
          </a:p>
        </p:txBody>
      </p:sp>
      <p:sp>
        <p:nvSpPr>
          <p:cNvPr id="114" name="“2일차 예약을 전부 알려줘”라고 물어볼 수 있습니다"/>
          <p:cNvSpPr txBox="1"/>
          <p:nvPr/>
        </p:nvSpPr>
        <p:spPr>
          <a:xfrm>
            <a:off x="609600" y="1476375"/>
            <a:ext cx="110490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“2일차 예약을 전부 알려줘”라고 물어볼 수 있습니다</a:t>
            </a:r>
          </a:p>
        </p:txBody>
      </p:sp>
      <p:sp>
        <p:nvSpPr>
          <p:cNvPr id="115" name="05"/>
          <p:cNvSpPr txBox="1"/>
          <p:nvPr/>
        </p:nvSpPr>
        <p:spPr>
          <a:xfrm>
            <a:off x="11049000" y="6429375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buNone/>
              <a:def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pic>
        <p:nvPicPr>
          <p:cNvPr id="116" name="image4.png" descr="image4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77070" y="2295525"/>
            <a:ext cx="6018260" cy="3800475"/>
          </a:xfrm>
          <a:prstGeom prst="rect">
            <a:avLst/>
          </a:prstGeom>
          <a:ln w="12700">
            <a:miter lim="400000"/>
          </a:ln>
        </p:spPr>
      </p:pic>
      <p:pic>
        <p:nvPicPr>
          <p:cNvPr id="117" name="image5.png" descr="image5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870452" y="2152650"/>
            <a:ext cx="3690096" cy="3952875"/>
          </a:xfrm>
          <a:prstGeom prst="rect">
            <a:avLst/>
          </a:prstGeom>
          <a:ln w="12700">
            <a:miter lim="400000"/>
          </a:ln>
        </p:spPr>
      </p:pic>
      <p:sp>
        <p:nvSpPr>
          <p:cNvPr id="118" name="날짜별 예약 전체 조회 / 답변에서 원문 근거 확인"/>
          <p:cNvSpPr txBox="1"/>
          <p:nvPr/>
        </p:nvSpPr>
        <p:spPr>
          <a:xfrm>
            <a:off x="609600" y="6134100"/>
            <a:ext cx="104775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02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날짜별 예약 전체 조회 / 답변에서 원문 근거 확인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고잉  /  장소 탐색"/>
          <p:cNvSpPr txBox="1"/>
          <p:nvPr/>
        </p:nvSpPr>
        <p:spPr>
          <a:xfrm>
            <a:off x="609600" y="285750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buNone/>
              <a:def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고잉  /  장소 탐색</a:t>
            </a:r>
          </a:p>
        </p:txBody>
      </p:sp>
      <p:sp>
        <p:nvSpPr>
          <p:cNvPr id="123" name="사진과 조건을 보고 장소 고르기"/>
          <p:cNvSpPr txBox="1"/>
          <p:nvPr/>
        </p:nvSpPr>
        <p:spPr>
          <a:xfrm>
            <a:off x="609600" y="809625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사진과 조건을 보고 장소 고르기</a:t>
            </a:r>
          </a:p>
        </p:txBody>
      </p:sp>
      <p:sp>
        <p:nvSpPr>
          <p:cNvPr id="124" name="사진만 보고 정하기 어려운 정보를 함께 보여줍니다"/>
          <p:cNvSpPr txBox="1"/>
          <p:nvPr/>
        </p:nvSpPr>
        <p:spPr>
          <a:xfrm>
            <a:off x="609600" y="1476375"/>
            <a:ext cx="110490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사진만 보고 정하기 어려운 정보를 함께 보여줍니다</a:t>
            </a:r>
          </a:p>
        </p:txBody>
      </p:sp>
      <p:sp>
        <p:nvSpPr>
          <p:cNvPr id="125" name="06"/>
          <p:cNvSpPr txBox="1"/>
          <p:nvPr/>
        </p:nvSpPr>
        <p:spPr>
          <a:xfrm>
            <a:off x="11049000" y="6429375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buNone/>
              <a:def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126" name="사진과 추천 이유"/>
          <p:cNvSpPr txBox="1"/>
          <p:nvPr/>
        </p:nvSpPr>
        <p:spPr>
          <a:xfrm>
            <a:off x="609600" y="2362200"/>
            <a:ext cx="48577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사진과 추천 이유</a:t>
            </a:r>
          </a:p>
        </p:txBody>
      </p:sp>
      <p:sp>
        <p:nvSpPr>
          <p:cNvPr id="127" name="영업시간과 예약 방법의 출처 저장하고 최대 3곳 비교"/>
          <p:cNvSpPr txBox="1"/>
          <p:nvPr/>
        </p:nvSpPr>
        <p:spPr>
          <a:xfrm>
            <a:off x="609600" y="3133725"/>
            <a:ext cx="48577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영업시간과 예약 방법의 출처</a:t>
            </a:r>
            <a:br>
              <a: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</a:br>
            <a:r>
              <a: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저장하고 최대 3곳 비교</a:t>
            </a:r>
          </a:p>
        </p:txBody>
      </p:sp>
      <p:sp>
        <p:nvSpPr>
          <p:cNvPr id="128" name="숙소 기준 거리도 참고 모르는 조건은 확인 필요로 표시"/>
          <p:cNvSpPr txBox="1"/>
          <p:nvPr/>
        </p:nvSpPr>
        <p:spPr>
          <a:xfrm>
            <a:off x="609600" y="4648200"/>
            <a:ext cx="48577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0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숙소 기준 거리도 참고</a:t>
            </a:r>
            <a:br>
              <a:rPr sz="210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</a:br>
            <a:r>
              <a:rPr sz="210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모르는 조건은 확인 필요로 표시</a:t>
            </a:r>
          </a:p>
        </p:txBody>
      </p:sp>
      <p:sp>
        <p:nvSpPr>
          <p:cNvPr id="129" name="마드리드 실제 식당 / 방문 조건 확인 필요"/>
          <p:cNvSpPr txBox="1"/>
          <p:nvPr/>
        </p:nvSpPr>
        <p:spPr>
          <a:xfrm>
            <a:off x="609600" y="5867400"/>
            <a:ext cx="5238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6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마드리드 실제 식당 / 방문 조건 확인 필요</a:t>
            </a:r>
          </a:p>
        </p:txBody>
      </p:sp>
      <p:pic>
        <p:nvPicPr>
          <p:cNvPr id="130" name="image6.png" descr="image6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452489" y="2114550"/>
            <a:ext cx="4849622" cy="42100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고잉  /  추천의 기획"/>
          <p:cNvSpPr txBox="1"/>
          <p:nvPr/>
        </p:nvSpPr>
        <p:spPr>
          <a:xfrm>
            <a:off x="609600" y="285750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3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고잉  /  추천의 기획</a:t>
            </a:r>
          </a:p>
        </p:txBody>
      </p:sp>
      <p:sp>
        <p:nvSpPr>
          <p:cNvPr id="135" name="현지 탐색과 유명한 곳"/>
          <p:cNvSpPr txBox="1"/>
          <p:nvPr/>
        </p:nvSpPr>
        <p:spPr>
          <a:xfrm>
            <a:off x="609600" y="809625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현지 탐색과 유명한 곳</a:t>
            </a:r>
          </a:p>
        </p:txBody>
      </p:sp>
      <p:sp>
        <p:nvSpPr>
          <p:cNvPr id="136" name="여행에서 원하는 경험에 맞춰 나눠 찾습니다"/>
          <p:cNvSpPr txBox="1"/>
          <p:nvPr/>
        </p:nvSpPr>
        <p:spPr>
          <a:xfrm>
            <a:off x="609600" y="1476375"/>
            <a:ext cx="110490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여행에서 원하는 경험에 맞춰 나눠 찾습니다</a:t>
            </a:r>
          </a:p>
        </p:txBody>
      </p:sp>
      <p:sp>
        <p:nvSpPr>
          <p:cNvPr id="137" name="07"/>
          <p:cNvSpPr txBox="1"/>
          <p:nvPr/>
        </p:nvSpPr>
        <p:spPr>
          <a:xfrm>
            <a:off x="11049000" y="6429375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buNone/>
              <a:def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138" name="현지 탐색"/>
          <p:cNvSpPr txBox="1"/>
          <p:nvPr/>
        </p:nvSpPr>
        <p:spPr>
          <a:xfrm>
            <a:off x="609600" y="2466975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8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8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현지 탐색</a:t>
            </a:r>
          </a:p>
        </p:txBody>
      </p:sp>
      <p:sp>
        <p:nvSpPr>
          <p:cNvPr id="139" name="현지어 원문 리뷰가 많고 한국어가 적게 관측된 장소  미판별 리뷰와 관측 기간도 확인"/>
          <p:cNvSpPr txBox="1"/>
          <p:nvPr/>
        </p:nvSpPr>
        <p:spPr>
          <a:xfrm>
            <a:off x="609600" y="3267075"/>
            <a:ext cx="5162550" cy="1838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현지어 원문 리뷰가 많고</a:t>
            </a:r>
            <a:b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</a:br>
            <a: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한국어가 적게 관측된 장소</a:t>
            </a:r>
            <a:b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</a:br>
            <a:b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</a:br>
            <a: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미판별 리뷰와 관측 기간도 확인</a:t>
            </a:r>
          </a:p>
        </p:txBody>
      </p:sp>
      <p:sp>
        <p:nvSpPr>
          <p:cNvPr id="140" name="유명한 곳"/>
          <p:cNvSpPr txBox="1"/>
          <p:nvPr/>
        </p:nvSpPr>
        <p:spPr>
          <a:xfrm>
            <a:off x="6591300" y="2466975"/>
            <a:ext cx="49149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8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8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유명한 곳</a:t>
            </a:r>
          </a:p>
        </p:txBody>
      </p:sp>
      <p:sp>
        <p:nvSpPr>
          <p:cNvPr id="141" name="대표 명소와 알려진 식당 공식 소개와 플랫폼의 평가 규모  같은 날짜와 인원 조건으로 비교"/>
          <p:cNvSpPr txBox="1"/>
          <p:nvPr/>
        </p:nvSpPr>
        <p:spPr>
          <a:xfrm>
            <a:off x="6591300" y="3267075"/>
            <a:ext cx="4972050" cy="1838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대표 명소와 알려진 식당</a:t>
            </a:r>
            <a:b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</a:br>
            <a: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공식 소개와 플랫폼의 평가 규모</a:t>
            </a:r>
            <a:b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</a:br>
            <a:b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</a:br>
            <a: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같은 날짜와 인원 조건으로 비교</a:t>
            </a:r>
          </a:p>
        </p:txBody>
      </p:sp>
      <p:sp>
        <p:nvSpPr>
          <p:cNvPr id="142" name="리뷰 언어는 주민 비율과 다릅니다. 엄격 현지어 추천은 실제 검증 전 OFF."/>
          <p:cNvSpPr txBox="1"/>
          <p:nvPr/>
        </p:nvSpPr>
        <p:spPr>
          <a:xfrm>
            <a:off x="609600" y="5753100"/>
            <a:ext cx="1095375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8E682B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>
                <a:solidFill>
                  <a:srgbClr val="8E682B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8E682B"/>
                </a:solidFill>
                <a:latin typeface="Pretendard"/>
                <a:ea typeface="Pretendard"/>
                <a:cs typeface="Pretendard"/>
              </a:rPr>
              <a:t>리뷰 언어는 주민 비율과 다릅니다. 엄격 현지어 추천은 실제 검증 전 OFF.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고잉  /  일정 편집"/>
          <p:cNvSpPr txBox="1"/>
          <p:nvPr/>
        </p:nvSpPr>
        <p:spPr>
          <a:xfrm>
            <a:off x="609600" y="285750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buNone/>
              <a:def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고잉  /  일정 편집</a:t>
            </a:r>
          </a:p>
        </p:txBody>
      </p:sp>
      <p:sp>
        <p:nvSpPr>
          <p:cNvPr id="147" name="예약 사이에 들어가는 일정"/>
          <p:cNvSpPr txBox="1"/>
          <p:nvPr/>
        </p:nvSpPr>
        <p:spPr>
          <a:xfrm>
            <a:off x="609600" y="809625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예약 사이에 들어가는 일정</a:t>
            </a:r>
          </a:p>
        </p:txBody>
      </p:sp>
      <p:sp>
        <p:nvSpPr>
          <p:cNvPr id="148" name="머무는 시간에 앞뒤 이동시간까지 더해 확인합니다"/>
          <p:cNvSpPr txBox="1"/>
          <p:nvPr/>
        </p:nvSpPr>
        <p:spPr>
          <a:xfrm>
            <a:off x="609600" y="1476375"/>
            <a:ext cx="110490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머무는 시간에 앞뒤 이동시간까지 더해 확인합니다</a:t>
            </a:r>
          </a:p>
        </p:txBody>
      </p:sp>
      <p:sp>
        <p:nvSpPr>
          <p:cNvPr id="149" name="08"/>
          <p:cNvSpPr txBox="1"/>
          <p:nvPr/>
        </p:nvSpPr>
        <p:spPr>
          <a:xfrm>
            <a:off x="11049000" y="6429375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buNone/>
              <a:def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150" name="13:00 – 15:00"/>
          <p:cNvSpPr txBox="1"/>
          <p:nvPr/>
        </p:nvSpPr>
        <p:spPr>
          <a:xfrm>
            <a:off x="609600" y="2276475"/>
            <a:ext cx="5238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37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37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3375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13:00 – 15:00</a:t>
            </a:r>
          </a:p>
        </p:txBody>
      </p:sp>
      <p:sp>
        <p:nvSpPr>
          <p:cNvPr id="151" name="점심 종료부터 다음 예약까지 120분"/>
          <p:cNvSpPr txBox="1"/>
          <p:nvPr/>
        </p:nvSpPr>
        <p:spPr>
          <a:xfrm>
            <a:off x="609600" y="3000375"/>
            <a:ext cx="538162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0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점심 종료부터 다음 예약까지 120분</a:t>
            </a:r>
          </a:p>
        </p:txBody>
      </p:sp>
      <p:pic>
        <p:nvPicPr>
          <p:cNvPr id="152" name="image7.png" descr="image7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391275" y="2647950"/>
            <a:ext cx="5095875" cy="2695575"/>
          </a:xfrm>
          <a:prstGeom prst="rect">
            <a:avLst/>
          </a:prstGeom>
          <a:ln w="12700">
            <a:miter lim="400000"/>
          </a:ln>
        </p:spPr>
      </p:pic>
      <p:sp>
        <p:nvSpPr>
          <p:cNvPr id="153" name="30 + 90 + 30 = 150분"/>
          <p:cNvSpPr txBox="1"/>
          <p:nvPr/>
        </p:nvSpPr>
        <p:spPr>
          <a:xfrm>
            <a:off x="609600" y="3762375"/>
            <a:ext cx="547687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0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0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30 + 90 + 30 = 150분</a:t>
            </a:r>
          </a:p>
        </p:txBody>
      </p:sp>
      <p:sp>
        <p:nvSpPr>
          <p:cNvPr id="154" name="이동과 체류를 더하면 30분 부족 확정 예약은 그대로 유지합니다"/>
          <p:cNvSpPr txBox="1"/>
          <p:nvPr/>
        </p:nvSpPr>
        <p:spPr>
          <a:xfrm>
            <a:off x="609600" y="4562475"/>
            <a:ext cx="5476875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이동과 체류를 더하면 30분 부족</a:t>
            </a:r>
            <a:br>
              <a: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</a:br>
            <a:r>
              <a: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확정 예약은 그대로 유지합니다</a:t>
            </a:r>
          </a:p>
        </p:txBody>
      </p:sp>
      <p:sp>
        <p:nvSpPr>
          <p:cNvPr id="155" name="일정 제약을 설명하는 합성 예시"/>
          <p:cNvSpPr txBox="1"/>
          <p:nvPr/>
        </p:nvSpPr>
        <p:spPr>
          <a:xfrm>
            <a:off x="609600" y="5591175"/>
            <a:ext cx="49530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57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57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일정 제약을 설명하는 합성 예시</a:t>
            </a:r>
          </a:p>
        </p:txBody>
      </p:sp>
      <p:sp>
        <p:nvSpPr>
          <p:cNvPr id="156" name="실제 화면: 고정 예약과 충돌 안내"/>
          <p:cNvSpPr txBox="1"/>
          <p:nvPr/>
        </p:nvSpPr>
        <p:spPr>
          <a:xfrm>
            <a:off x="6515100" y="2276475"/>
            <a:ext cx="50006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실제 화면: 고정 예약과 충돌 안내</a:t>
            </a:r>
          </a:p>
        </p:txBody>
      </p:sp>
      <p:sp>
        <p:nvSpPr>
          <p:cNvPr id="157" name="미리 확인하고 적용, 필요하면 되돌리기"/>
          <p:cNvSpPr txBox="1"/>
          <p:nvPr/>
        </p:nvSpPr>
        <p:spPr>
          <a:xfrm>
            <a:off x="6486525" y="5600700"/>
            <a:ext cx="5048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02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미리 확인하고 적용, 필요하면 되돌리기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고잉  /  구현 방법"/>
          <p:cNvSpPr txBox="1"/>
          <p:nvPr/>
        </p:nvSpPr>
        <p:spPr>
          <a:xfrm>
            <a:off x="609600" y="285750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3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고잉  /  구현 방법</a:t>
            </a:r>
          </a:p>
        </p:txBody>
      </p:sp>
      <p:sp>
        <p:nvSpPr>
          <p:cNvPr id="162" name="어떻게 만들었는지"/>
          <p:cNvSpPr txBox="1"/>
          <p:nvPr/>
        </p:nvSpPr>
        <p:spPr>
          <a:xfrm>
            <a:off x="609600" y="809625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어떻게 만들었는지</a:t>
            </a:r>
          </a:p>
        </p:txBody>
      </p:sp>
      <p:sp>
        <p:nvSpPr>
          <p:cNvPr id="163" name="메일 분석에서 시작해 여행 정보와 일정 계산을 연결했습니다"/>
          <p:cNvSpPr txBox="1"/>
          <p:nvPr/>
        </p:nvSpPr>
        <p:spPr>
          <a:xfrm>
            <a:off x="609600" y="1476375"/>
            <a:ext cx="110490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메일 분석에서 시작해 여행 정보와 일정 계산을 연결했습니다</a:t>
            </a:r>
          </a:p>
        </p:txBody>
      </p:sp>
      <p:sp>
        <p:nvSpPr>
          <p:cNvPr id="164" name="09"/>
          <p:cNvSpPr txBox="1"/>
          <p:nvPr/>
        </p:nvSpPr>
        <p:spPr>
          <a:xfrm>
            <a:off x="11049000" y="6429375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buNone/>
              <a:def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  <p:sp>
        <p:nvSpPr>
          <p:cNvPr id="165" name="웹 화면과 여행 데이터"/>
          <p:cNvSpPr txBox="1"/>
          <p:nvPr/>
        </p:nvSpPr>
        <p:spPr>
          <a:xfrm>
            <a:off x="609600" y="2295525"/>
            <a:ext cx="1062037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웹 화면과 여행 데이터</a:t>
            </a:r>
          </a:p>
        </p:txBody>
      </p:sp>
      <p:sp>
        <p:nvSpPr>
          <p:cNvPr id="166" name="웹 UI와 FastAPI / Render 서버 / Supabase에 여행과 파일 보관"/>
          <p:cNvSpPr txBox="1"/>
          <p:nvPr/>
        </p:nvSpPr>
        <p:spPr>
          <a:xfrm>
            <a:off x="609600" y="2771775"/>
            <a:ext cx="1062037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웹 UI와 FastAPI / Render 서버 / Supabase에 여행과 파일 보관</a:t>
            </a:r>
          </a:p>
        </p:txBody>
      </p:sp>
      <p:sp>
        <p:nvSpPr>
          <p:cNvPr id="167" name="메일을 읽고 근거 찾기"/>
          <p:cNvSpPr txBox="1"/>
          <p:nvPr/>
        </p:nvSpPr>
        <p:spPr>
          <a:xfrm>
            <a:off x="609600" y="3429000"/>
            <a:ext cx="1062037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메일을 읽고 근거 찾기</a:t>
            </a:r>
          </a:p>
        </p:txBody>
      </p:sp>
      <p:sp>
        <p:nvSpPr>
          <p:cNvPr id="168" name="gpt-5-mini로 정보 추출 / text-embedding-3-small로 본문 검색"/>
          <p:cNvSpPr txBox="1"/>
          <p:nvPr/>
        </p:nvSpPr>
        <p:spPr>
          <a:xfrm>
            <a:off x="609600" y="3905250"/>
            <a:ext cx="1062037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gpt-5-mini로 정보 추출 / text-embedding-3-small로 본문 검색</a:t>
            </a:r>
          </a:p>
        </p:txBody>
      </p:sp>
      <p:sp>
        <p:nvSpPr>
          <p:cNvPr id="169" name="추천과 일정은 확인한 데이터로 계산"/>
          <p:cNvSpPr txBox="1"/>
          <p:nvPr/>
        </p:nvSpPr>
        <p:spPr>
          <a:xfrm>
            <a:off x="609600" y="4562475"/>
            <a:ext cx="1062037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추천과 일정은 확인한 데이터로 계산</a:t>
            </a:r>
          </a:p>
        </p:txBody>
      </p:sp>
      <p:sp>
        <p:nvSpPr>
          <p:cNvPr id="170" name="취향 태그·보정 평점·거리로 추천 / 코드로 시간과 조건 검사"/>
          <p:cNvSpPr txBox="1"/>
          <p:nvPr/>
        </p:nvSpPr>
        <p:spPr>
          <a:xfrm>
            <a:off x="609600" y="5038725"/>
            <a:ext cx="1062037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취향 태그·보정 평점·거리로 추천 / 코드로 시간과 조건 검사</a:t>
            </a:r>
          </a:p>
        </p:txBody>
      </p:sp>
      <p:sp>
        <p:nvSpPr>
          <p:cNvPr id="171" name="사용자 행동 학습은 아직 없음 / 실제 추천 만족도는 앞으로 확인"/>
          <p:cNvSpPr txBox="1"/>
          <p:nvPr/>
        </p:nvSpPr>
        <p:spPr>
          <a:xfrm>
            <a:off x="609600" y="5895975"/>
            <a:ext cx="109347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7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사용자 행동 학습은 아직 없음 / 실제 추천 만족도는 앞으로 확인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고잉  /  다음 개발"/>
          <p:cNvSpPr txBox="1"/>
          <p:nvPr/>
        </p:nvSpPr>
        <p:spPr>
          <a:xfrm>
            <a:off x="609600" y="285750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3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고잉  /  다음 개발</a:t>
            </a:r>
          </a:p>
        </p:txBody>
      </p:sp>
      <p:sp>
        <p:nvSpPr>
          <p:cNvPr id="176" name="직접 써 보며 이어갈 개발"/>
          <p:cNvSpPr txBox="1"/>
          <p:nvPr/>
        </p:nvSpPr>
        <p:spPr>
          <a:xfrm>
            <a:off x="609600" y="809625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직접 써 보며 이어갈 개발</a:t>
            </a:r>
          </a:p>
        </p:txBody>
      </p:sp>
      <p:sp>
        <p:nvSpPr>
          <p:cNvPr id="177" name="연결한 사용 흐름을 실제 여행에서 더 확인하려고 합니다"/>
          <p:cNvSpPr txBox="1"/>
          <p:nvPr/>
        </p:nvSpPr>
        <p:spPr>
          <a:xfrm>
            <a:off x="609600" y="1476375"/>
            <a:ext cx="110490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연결한 사용 흐름을 실제 여행에서 더 확인하려고 합니다</a:t>
            </a:r>
          </a:p>
        </p:txBody>
      </p:sp>
      <p:sp>
        <p:nvSpPr>
          <p:cNvPr id="178" name="10"/>
          <p:cNvSpPr txBox="1"/>
          <p:nvPr/>
        </p:nvSpPr>
        <p:spPr>
          <a:xfrm>
            <a:off x="11049000" y="6429375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buNone/>
              <a:def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179" name="지금 연결한 흐름"/>
          <p:cNvSpPr txBox="1"/>
          <p:nvPr/>
        </p:nvSpPr>
        <p:spPr>
          <a:xfrm>
            <a:off x="609600" y="2324100"/>
            <a:ext cx="51435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지금 연결한 흐름</a:t>
            </a:r>
          </a:p>
        </p:txBody>
      </p:sp>
      <p:sp>
        <p:nvSpPr>
          <p:cNvPr id="180" name="예약 정리와 근거 질문 장소 선택과 일정 편집"/>
          <p:cNvSpPr txBox="1"/>
          <p:nvPr/>
        </p:nvSpPr>
        <p:spPr>
          <a:xfrm>
            <a:off x="609600" y="3000375"/>
            <a:ext cx="5191125" cy="971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32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32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32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예약 정리와 근거 질문</a:t>
            </a:r>
            <a:br>
              <a:rPr sz="232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</a:br>
            <a:r>
              <a:rPr sz="232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장소 선택과 일정 편집</a:t>
            </a:r>
          </a:p>
        </p:txBody>
      </p:sp>
      <p:sp>
        <p:nvSpPr>
          <p:cNvPr id="181" name="다음에 확인할 것"/>
          <p:cNvSpPr txBox="1"/>
          <p:nvPr/>
        </p:nvSpPr>
        <p:spPr>
          <a:xfrm>
            <a:off x="6619875" y="2324100"/>
            <a:ext cx="48577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다음에 확인할 것</a:t>
            </a:r>
          </a:p>
        </p:txBody>
      </p:sp>
      <p:sp>
        <p:nvSpPr>
          <p:cNvPr id="182" name="실제 리뷰의 이용 범위와 언어 품질 다른 사람의 선택과 방문 경험"/>
          <p:cNvSpPr txBox="1"/>
          <p:nvPr/>
        </p:nvSpPr>
        <p:spPr>
          <a:xfrm>
            <a:off x="6619875" y="3000375"/>
            <a:ext cx="4857750" cy="971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실제 리뷰의 이용 범위와 언어 품질</a:t>
            </a:r>
            <a:br>
              <a: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</a:br>
            <a:r>
              <a: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다른 사람의 선택과 방문 경험</a:t>
            </a:r>
          </a:p>
        </p:txBody>
      </p:sp>
      <p:sp>
        <p:nvSpPr>
          <p:cNvPr id="183" name="도시별 자료와 이동 경로 보강"/>
          <p:cNvSpPr txBox="1"/>
          <p:nvPr/>
        </p:nvSpPr>
        <p:spPr>
          <a:xfrm>
            <a:off x="609600" y="4495800"/>
            <a:ext cx="109537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625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625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625" b="1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도시별 자료와 이동 경로 보강</a:t>
            </a:r>
          </a:p>
        </p:txBody>
      </p:sp>
      <p:sp>
        <p:nvSpPr>
          <p:cNvPr id="184" name="100개 도시 입력 지원 / 도시별 추천 자료는 확보 수준이 다릅니다"/>
          <p:cNvSpPr txBox="1"/>
          <p:nvPr/>
        </p:nvSpPr>
        <p:spPr>
          <a:xfrm>
            <a:off x="609600" y="5229225"/>
            <a:ext cx="109537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0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100개 도시 입력 지원 / 도시별 추천 자료는 확보 수준이 다릅니다</a:t>
            </a:r>
          </a:p>
        </p:txBody>
      </p:sp>
      <p:sp>
        <p:nvSpPr>
          <p:cNvPr id="185" name="마지막으로, 실제 사용 화면을 보여드리겠습니다."/>
          <p:cNvSpPr txBox="1"/>
          <p:nvPr/>
        </p:nvSpPr>
        <p:spPr>
          <a:xfrm>
            <a:off x="609600" y="6057900"/>
            <a:ext cx="1071562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0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마지막으로, 실제 사용 화면을 보여드리겠습니다.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고잉 사용 화면"/>
          <p:cNvSpPr txBox="1"/>
          <p:nvPr/>
        </p:nvSpPr>
        <p:spPr>
          <a:xfrm>
            <a:off x="609600" y="276225"/>
            <a:ext cx="109728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3150" b="1">
                <a:solidFill>
                  <a:srgbClr val="25485A"/>
                </a:solidFill>
              </a:defRPr>
            </a:defPPr>
          </a:lstStyle>
          <a:p>
            <a:pPr algn="l">
              <a:defRPr sz="3150" b="1">
                <a:solidFill>
                  <a:srgbClr val="25485A"/>
                </a:solidFill>
              </a:defRPr>
            </a:pPr>
            <a:r>
              <a:rPr sz="315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고잉 사용 화면</a:t>
            </a:r>
          </a:p>
        </p:txBody>
      </p:sp>
      <p:pic>
        <p:nvPicPr>
          <p:cNvPr id="190" name="image8.png" descr="image8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43000" y="1085850"/>
            <a:ext cx="9906000" cy="5572125"/>
          </a:xfrm>
          <a:prstGeom prst="rect">
            <a:avLst/>
          </a:prstGeom>
          <a:ln w="12700">
            <a:miter lim="400000"/>
          </a:ln>
        </p:spPr>
      </p:pic>
      <p:pic>
        <p:nvPicPr>
          <p:cNvPr id="191" name="70초 고잉 사용 화면. 합성 여행의 실제 화면 캡처를 자막과 함께 편집한 영상입니다." descr="70초 고잉 사용 화면. 합성 여행의 실제 화면 캡처를 자막과 함께 편집한 영상입니다."/>
          <p:cNvPicPr>
            <a:picLocks noChangeAspect="0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click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000" fill="hold"/>
                                        <p:tgtEl>
                                          <p:spTgt spid="19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100000">
                <p:cTn id="7" fill="hold" display="0">
                  <p:stCondLst>
                    <p:cond delay="indefinite"/>
                  </p:stCondLst>
                </p:cTn>
                <p:tgtEl>
                  <p:spTgt spid="191"/>
                </p:tgtEl>
              </p:cMediaNode>
            </p:video>
            <p:seq concurrent="1" prevAc="none" nextAc="seek">
              <p:cTn id="8" evtFilter="cancelBubble" nodeType="interactiveSeq" restart="whenNotActive" fill="hold">
                <p:stCondLst>
                  <p:cond delay="0" evt="onClick">
                    <p:tgtEl>
                      <p:spTgt spid="191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9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191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Pretendard"/>
        <a:ea typeface="Pretendard"/>
        <a:cs typeface="Pretendard"/>
      </a:majorFont>
      <a:minorFont>
        <a:latin typeface="Pretendard"/>
        <a:ea typeface="Pretendard"/>
        <a:cs typeface="Pretendard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Pretendard"/>
            <a:ea typeface="Pretendard"/>
            <a:cs typeface="Pretendard"/>
            <a:sym typeface="Pretendar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Pretendard"/>
            <a:ea typeface="Pretendard"/>
            <a:cs typeface="Pretendard"/>
            <a:sym typeface="Pretendar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Pretendard"/>
        <a:ea typeface="Pretendard"/>
        <a:cs typeface="Pretendard"/>
      </a:majorFont>
      <a:minorFont>
        <a:latin typeface="Pretendard"/>
        <a:ea typeface="Pretendard"/>
        <a:cs typeface="Pretendard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Pretendard"/>
            <a:ea typeface="Pretendard"/>
            <a:cs typeface="Pretendard"/>
            <a:sym typeface="Pretendar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Pretendard"/>
            <a:ea typeface="Pretendard"/>
            <a:cs typeface="Pretendard"/>
            <a:sym typeface="Pretendar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