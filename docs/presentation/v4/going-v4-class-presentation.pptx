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2b1789a92cf40cc" /><Relationship Type="http://schemas.openxmlformats.org/officeDocument/2006/relationships/extended-properties" Target="/docProps/app.xml" Id="Rc2f12fb719b5422f" /><Relationship Type="http://schemas.openxmlformats.org/officeDocument/2006/relationships/officeDocument" Target="/ppt/presentation.xml" Id="R932e2b68f833475a" /></Relationships>
</file>

<file path=ppt/presentation.xml><?xml version="1.0" encoding="utf-8"?>
<p:presentation xmlns:p="http://schemas.openxmlformats.org/presentationml/2006/main">
  <p:sldMasterIdLst>
    <p:sldMasterId xmlns:r="http://schemas.openxmlformats.org/officeDocument/2006/relationships" id="2147483648" r:id="R6d9a571213e345cc"/>
  </p:sldMasterIdLst>
  <p:notesMasterIdLst>
    <p:notesMasterId xmlns:r="http://schemas.openxmlformats.org/officeDocument/2006/relationships" r:id="Rc5a65475d8a74111"/>
  </p:notesMasterIdLst>
  <p:sldIdLst>
    <p:sldId xmlns:r="http://schemas.openxmlformats.org/officeDocument/2006/relationships" id="256" r:id="R9a483034eab14a7c"/>
    <p:sldId xmlns:r="http://schemas.openxmlformats.org/officeDocument/2006/relationships" id="257" r:id="Rc6cbda2d85494943"/>
    <p:sldId xmlns:r="http://schemas.openxmlformats.org/officeDocument/2006/relationships" id="258" r:id="Rbe3c00d037624d7e"/>
    <p:sldId xmlns:r="http://schemas.openxmlformats.org/officeDocument/2006/relationships" id="259" r:id="Ra6d1a3ca05f34a9c"/>
    <p:sldId xmlns:r="http://schemas.openxmlformats.org/officeDocument/2006/relationships" id="260" r:id="R581991240076432f"/>
    <p:sldId xmlns:r="http://schemas.openxmlformats.org/officeDocument/2006/relationships" id="261" r:id="R9f8278e017054a2a"/>
    <p:sldId xmlns:r="http://schemas.openxmlformats.org/officeDocument/2006/relationships" id="262" r:id="R159903e9351f4c8e"/>
    <p:sldId xmlns:r="http://schemas.openxmlformats.org/officeDocument/2006/relationships" id="263" r:id="Rb1cfc59cc5054781"/>
    <p:sldId xmlns:r="http://schemas.openxmlformats.org/officeDocument/2006/relationships" id="264" r:id="Rfcd7286919b348cb"/>
    <p:sldId xmlns:r="http://schemas.openxmlformats.org/officeDocument/2006/relationships" id="265" r:id="R2103a4135a8340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34e47ec34b4d59" /><Relationship Type="http://schemas.openxmlformats.org/officeDocument/2006/relationships/slideMaster" Target="/ppt/slideMasters/slideMaster1.xml" Id="R6d9a571213e345cc" /><Relationship Type="http://schemas.openxmlformats.org/officeDocument/2006/relationships/notesMaster" Target="/ppt/notesMasters/notesMaster1.xml" Id="Rc5a65475d8a74111" /><Relationship Type="http://schemas.openxmlformats.org/officeDocument/2006/relationships/presProps" Target="/ppt/presProps.xml" Id="R5f80d249e594437d" /><Relationship Type="http://schemas.openxmlformats.org/officeDocument/2006/relationships/tableStyles" Target="/ppt/tableStyles.xml" Id="R5f63a12611ce4150" /><Relationship Type="http://schemas.openxmlformats.org/officeDocument/2006/relationships/slide" Target="/ppt/slides/slide1.xml" Id="R9a483034eab14a7c" /><Relationship Type="http://schemas.openxmlformats.org/officeDocument/2006/relationships/slide" Target="/ppt/slides/slide2.xml" Id="Rc6cbda2d85494943" /><Relationship Type="http://schemas.openxmlformats.org/officeDocument/2006/relationships/slide" Target="/ppt/slides/slide3.xml" Id="Rbe3c00d037624d7e" /><Relationship Type="http://schemas.openxmlformats.org/officeDocument/2006/relationships/slide" Target="/ppt/slides/slide4.xml" Id="Ra6d1a3ca05f34a9c" /><Relationship Type="http://schemas.openxmlformats.org/officeDocument/2006/relationships/slide" Target="/ppt/slides/slide5.xml" Id="R581991240076432f" /><Relationship Type="http://schemas.openxmlformats.org/officeDocument/2006/relationships/slide" Target="/ppt/slides/slide6.xml" Id="R9f8278e017054a2a" /><Relationship Type="http://schemas.openxmlformats.org/officeDocument/2006/relationships/slide" Target="/ppt/slides/slide7.xml" Id="R159903e9351f4c8e" /><Relationship Type="http://schemas.openxmlformats.org/officeDocument/2006/relationships/slide" Target="/ppt/slides/slide8.xml" Id="Rb1cfc59cc5054781" /><Relationship Type="http://schemas.openxmlformats.org/officeDocument/2006/relationships/slide" Target="/ppt/slides/slide9.xml" Id="Rfcd7286919b348cb" /><Relationship Type="http://schemas.openxmlformats.org/officeDocument/2006/relationships/slide" Target="/ppt/slides/slide10.xml" Id="R2103a4135a8340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82a4990b2d45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Pretendard"/>
        <a:ea typeface=""/>
        <a:cs typeface=""/>
      </a:majorFont>
      <a:minorFont>
        <a:latin typeface="Pretendar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942129935f4ae7" /><Relationship Type="http://schemas.openxmlformats.org/officeDocument/2006/relationships/notesMaster" Target="/ppt/notesMasters/notesMaster1.xml" Id="Raa97d8a7567345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633b8a51cc40df" /><Relationship Type="http://schemas.openxmlformats.org/officeDocument/2006/relationships/notesMaster" Target="/ppt/notesMasters/notesMaster1.xml" Id="R3e08a3aceb7442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31180a8a1748b9" /><Relationship Type="http://schemas.openxmlformats.org/officeDocument/2006/relationships/notesMaster" Target="/ppt/notesMasters/notesMaster1.xml" Id="R3e9927604f0840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51f668b3434c37" /><Relationship Type="http://schemas.openxmlformats.org/officeDocument/2006/relationships/notesMaster" Target="/ppt/notesMasters/notesMaster1.xml" Id="R8bcb3cc84f5c4c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83e7a6e25041a2" /><Relationship Type="http://schemas.openxmlformats.org/officeDocument/2006/relationships/notesMaster" Target="/ppt/notesMasters/notesMaster1.xml" Id="R3934640a5faf42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c35cbdc7ef4516" /><Relationship Type="http://schemas.openxmlformats.org/officeDocument/2006/relationships/notesMaster" Target="/ppt/notesMasters/notesMaster1.xml" Id="Rde03418c2a3240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d1664d9b9f4c9f" /><Relationship Type="http://schemas.openxmlformats.org/officeDocument/2006/relationships/notesMaster" Target="/ppt/notesMasters/notesMaster1.xml" Id="R0e9adb4ac4474f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435978ea184f0a" /><Relationship Type="http://schemas.openxmlformats.org/officeDocument/2006/relationships/notesMaster" Target="/ppt/notesMasters/notesMaster1.xml" Id="R20700002e29345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baf4388b704a74" /><Relationship Type="http://schemas.openxmlformats.org/officeDocument/2006/relationships/notesMaster" Target="/ppt/notesMasters/notesMaster1.xml" Id="R9a59134efa1847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123cfe8f574d72" /><Relationship Type="http://schemas.openxmlformats.org/officeDocument/2006/relationships/notesMaster" Target="/ppt/notesMasters/notesMaster1.xml" Id="R4dbc5bf4272946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제가 만든 여행 서비스, 고잉을 소개하겠습니다. 저는 여행할 때 유명한 곳도 가고 싶지만, 한국어 검색에서 늘 보이는 곳 말고 다른 식당도 찾아보고 싶었습니다. 그래서 예약 메일을 정리하는 서비스에, 원문 리뷰의 언어를 기준으로 장소를 찾아보는 기능을 연결했습니다. 오늘은 어떤 불편함에서 시작했고, 추천을 어떻게 믿고 사용할 수 있게 만들었는지 보여드리겠습니다.</a:t>
            </a:r>
          </a:p>
          <a:p xmlns:a="http://schemas.openxmlformats.org/drawingml/2006/main">
            <a:r>
              <a:t/>
            </a:r>
          </a:p>
          <a:p xmlns:a="http://schemas.openxmlformats.org/drawingml/2006/main">
            <a:r>
              <a:t>화면 안내: 서비스 이름을 말하고, 식당을 고를 때의 개인적인 경험으로 시작합니다.</a:t>
            </a:r>
          </a:p>
          <a:p xmlns:a="http://schemas.openxmlformats.org/drawingml/2006/main">
            <a:r>
              <a:t/>
            </a:r>
          </a:p>
          <a:p xmlns:a="http://schemas.openxmlformats.org/drawingml/2006/main">
            <a:r>
              <a:t>낭독하지 않음</a:t>
            </a:r>
          </a:p>
          <a:p xmlns:a="http://schemas.openxmlformats.org/drawingml/2006/main">
            <a:r>
              <a:t>근거: docs/service-v4/reports/stage1-validation.md; docs/service-v4/reports/stage2-validation.md</a:t>
            </a:r>
          </a:p>
          <a:p xmlns:a="http://schemas.openxmlformats.org/drawingml/2006/main">
            <a:r>
              <a:t>기존 앱 화면: docs/presentation/CREDITS.md (2026-10-07 합성 계정 촬영). 실제 리뷰 수집과 언어 품질은 미검증.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여행을 준비하다 보면 예약은 했는데 준비가 끝난 느낌이 안 들 때가 있습니다. 숙소 체크아웃 시간을 찾으려고 메일함을 열고, 식당을 고르려고 지도를 보고, 다음 예약에 늦지 않는지도 따로 계산하게 됩니다. 특히 식당은 평점이 높다는 것만으로 선택하기가 어려웠습니다. 누구나 가는 유명한 곳인지, 제가 찾던 분위기와 가까운 곳인지 알고 싶었거든요. 그래서 정보를 더 많이 나열하기보다는, 예약부터 장소 선택까지 같은 여행 안에서 이어서 쓰는 방향으로 만들었습니다.</a:t>
            </a:r>
          </a:p>
          <a:p xmlns:a="http://schemas.openxmlformats.org/drawingml/2006/main">
            <a:r>
              <a:t/>
            </a:r>
          </a:p>
          <a:p xmlns:a="http://schemas.openxmlformats.org/drawingml/2006/main">
            <a:r>
              <a:t>화면 안내: 메일, 장소, 일정 사이를 오가던 경험을 설명합니다.</a:t>
            </a:r>
          </a:p>
          <a:p xmlns:a="http://schemas.openxmlformats.org/drawingml/2006/main">
            <a:r>
              <a:t/>
            </a:r>
          </a:p>
          <a:p xmlns:a="http://schemas.openxmlformats.org/drawingml/2006/main">
            <a:r>
              <a:t>낭독하지 않음</a:t>
            </a:r>
          </a:p>
          <a:p xmlns:a="http://schemas.openxmlformats.org/drawingml/2006/main">
            <a:r>
              <a:t>근거: docs/service-v4/reports/stage1-validation.md; docs/service-v4/reports/stage2-validation.md</a:t>
            </a:r>
          </a:p>
          <a:p xmlns:a="http://schemas.openxmlformats.org/drawingml/2006/main">
            <a:r>
              <a:t>기존 앱 화면: docs/presentation/CREDITS.md (2026-10-07 합성 계정 촬영). 실제 리뷰 수집과 언어 품질은 미검증.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기능의 출발점은 예약 메일입니다. 파일을 올리면 날짜와 시간, 장소를 읽어서 여행의 예약으로 정리합니다. AI는 오픈에이아이의 지피티 파이브 미니를 사용하고, 검색 임베딩은 별도로 만듭니다. 여기서 중요한 건 AI가 읽은 값을 그대로 정답으로 저장하지 않는 것입니다. 원문에서 추출한 값과 사용자가 고친 값을 나눠 보관하고, 다시 분석하다 실패해도 기존 예약은 남겨 둡니다. 하루 예약을 전부 묻는 질문은 데이터베이스에서 날짜로 조회합니다. 비슷한 문서 몇 개만 찾다가 여덟 개 중 일부가 빠지는 일을 막기 위해서입니다. 화면은 가상 메일로 촬영한 기존 서비스 예시입니다.</a:t>
            </a:r>
          </a:p>
          <a:p xmlns:a="http://schemas.openxmlformats.org/drawingml/2006/main">
            <a:r>
              <a:t/>
            </a:r>
          </a:p>
          <a:p xmlns:a="http://schemas.openxmlformats.org/drawingml/2006/main">
            <a:r>
              <a:t>화면 안내: 촬영 화면은 합성 메일이며 새 리뷰 기능의 라이브 증거가 아님을 짧게 구분합니다.</a:t>
            </a:r>
          </a:p>
          <a:p xmlns:a="http://schemas.openxmlformats.org/drawingml/2006/main">
            <a:r>
              <a:t/>
            </a:r>
          </a:p>
          <a:p xmlns:a="http://schemas.openxmlformats.org/drawingml/2006/main">
            <a:r>
              <a:t>낭독하지 않음</a:t>
            </a:r>
          </a:p>
          <a:p xmlns:a="http://schemas.openxmlformats.org/drawingml/2006/main">
            <a:r>
              <a:t>근거: docs/service-v4/reports/stage1-validation.md; docs/service-v4/reports/stage2-validation.md</a:t>
            </a:r>
          </a:p>
          <a:p xmlns:a="http://schemas.openxmlformats.org/drawingml/2006/main">
            <a:r>
              <a:t>기존 앱 화면: docs/presentation/CREDITS.md (2026-10-07 합성 계정 촬영). 실제 리뷰 수집과 언어 품질은 미검증.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 가장 강조한 부분입니다. 왼쪽은 현지어 원문 리뷰가 충분하고 한국어 원문은 적게 관측된 곳을 찾는 방식입니다. 제가 현지인 맛집이라고 생각했던 탐색 의도를, 확인할 수 있는 리뷰의 언어로 바꾼 것입니다. 오른쪽은 유명한 식당이나 대표 명소를 보고 싶은 경우입니다. 공식 관광 자료의 소개나 편집 선정, 같은 플랫폼의 평가 규모 같은 별도 근거를 사용합니다. 음식점, 카페, 볼거리는 어느 방식에서도 따로 고를 수 있습니다. 일반 지도에 있다는 사실만으로 두 목록에 넣지는 않습니다. 그런 장소는 주변 장소 참고하기로 나눠 보여줍니다. 같은 장소를 양쪽에서 골라도 저장과 일정에서는 하나로 다룹니다.</a:t>
            </a:r>
          </a:p>
          <a:p xmlns:a="http://schemas.openxmlformats.org/drawingml/2006/main">
            <a:r>
              <a:t/>
            </a:r>
          </a:p>
          <a:p xmlns:a="http://schemas.openxmlformats.org/drawingml/2006/main">
            <a:r>
              <a:t>화면 안내: 두 방식은 취향 선택이고, 음식점·카페·볼거리는 별도 분류라고 설명합니다.</a:t>
            </a:r>
          </a:p>
          <a:p xmlns:a="http://schemas.openxmlformats.org/drawingml/2006/main">
            <a:r>
              <a:t/>
            </a:r>
          </a:p>
          <a:p xmlns:a="http://schemas.openxmlformats.org/drawingml/2006/main">
            <a:r>
              <a:t>낭독하지 않음</a:t>
            </a:r>
          </a:p>
          <a:p xmlns:a="http://schemas.openxmlformats.org/drawingml/2006/main">
            <a:r>
              <a:t>근거: docs/service-v4/reports/stage1-validation.md; docs/service-v4/reports/stage2-validation.md</a:t>
            </a:r>
          </a:p>
          <a:p xmlns:a="http://schemas.openxmlformats.org/drawingml/2006/main">
            <a:r>
              <a:t>기존 앱 화면: docs/presentation/CREDITS.md (2026-10-07 합성 계정 촬영). 실제 리뷰 수집과 언어 품질은 미검증.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예를 들어 본문이 있는 리뷰 이백 개를 관측했다고 해보겠습니다. 그중 백구십 개의 언어를 판단했고 열 개는 잘 모르겠다고 남겼습니다. 일본어가 백오십 개, 한국어가 네 개라면, 판단한 리뷰 안에서는 일본어 약 칠십구 퍼센트, 한국어 약 이 퍼센트입니다. 하지만 모르는 열 개를 빼고 보면 너무 낙관적일 수 있습니다. 그래서 엄격한 판단에서는 일본어는 전체 이백 개 중 백오십 개, 즉 칠십오 퍼센트로 봅니다. 한국어는 모르는 열 개가 모두 한국어일 가능성까지 포함해서 칠 퍼센트로 봅니다. 이 숫자는 주민 비율도, 통계적 신뢰구간도 아닙니다. 언어가 확인되지 않은 부분을 드러내는 계산입니다. 실제 식당의 수치처럼 보이지 않도록 여기서는 합성 예시라고 표시했습니다.</a:t>
            </a:r>
          </a:p>
          <a:p xmlns:a="http://schemas.openxmlformats.org/drawingml/2006/main">
            <a:r>
              <a:t/>
            </a:r>
          </a:p>
          <a:p xmlns:a="http://schemas.openxmlformats.org/drawingml/2006/main">
            <a:r>
              <a:t>화면 안내: 분모 190과 200이 다른 이유를 설명합니다. 모든 기호를 읽을 필요는 없습니다.</a:t>
            </a:r>
          </a:p>
          <a:p xmlns:a="http://schemas.openxmlformats.org/drawingml/2006/main">
            <a:r>
              <a:t/>
            </a:r>
          </a:p>
          <a:p xmlns:a="http://schemas.openxmlformats.org/drawingml/2006/main">
            <a:r>
              <a:t>낭독하지 않음</a:t>
            </a:r>
          </a:p>
          <a:p xmlns:a="http://schemas.openxmlformats.org/drawingml/2006/main">
            <a:r>
              <a:t>근거: docs/service-v4/reports/stage1-validation.md; docs/service-v4/reports/stage2-validation.md</a:t>
            </a:r>
          </a:p>
          <a:p xmlns:a="http://schemas.openxmlformats.org/drawingml/2006/main">
            <a:r>
              <a:t>기존 앱 화면: docs/presentation/CREDITS.md (2026-10-07 합성 계정 촬영). 실제 리뷰 수집과 언어 품질은 미검증.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처음에는 추천에 취향이나 예산 점수가 다 있어야 한다고 생각했습니다. 그런데 입력을 안 한 사용자에게 결과가 아예 나오지 않는 문제가 생겼습니다. 그래서 처음 쓰는 사람은 확인된 근거만으로 정렬하는 기본 모델을 사용하게 바꿨습니다. 현지어 목록은 보수적으로 계산한 언어 비중을 기준으로 보고, 유명한 곳은 공식 소개와 플랫폼 인기 같은 근거 유형을 나눕니다. 미확인 값을 좋은 점수로 채우지는 않습니다. 또 이름이 같은 체인점의 리뷰가 섞이지 않도록 공식 장소와 공급자의 지점 아이디를 관리자가 대조하는 과정도 추가했습니다. 높은 점수가 잘못된 지점이나 확인된 휴무를 덮을 수 없도록 한 것입니다.</a:t>
            </a:r>
          </a:p>
          <a:p xmlns:a="http://schemas.openxmlformats.org/drawingml/2006/main">
            <a:r>
              <a:t/>
            </a:r>
          </a:p>
          <a:p xmlns:a="http://schemas.openxmlformats.org/drawingml/2006/main">
            <a:r>
              <a:t>화면 안내: 학습 모델이나 맛있을 확률을 만든 것이 아니라 재현 가능한 규칙임을 설명합니다.</a:t>
            </a:r>
          </a:p>
          <a:p xmlns:a="http://schemas.openxmlformats.org/drawingml/2006/main">
            <a:r>
              <a:t/>
            </a:r>
          </a:p>
          <a:p xmlns:a="http://schemas.openxmlformats.org/drawingml/2006/main">
            <a:r>
              <a:t>낭독하지 않음</a:t>
            </a:r>
          </a:p>
          <a:p xmlns:a="http://schemas.openxmlformats.org/drawingml/2006/main">
            <a:r>
              <a:t>근거: docs/service-v4/reports/stage1-validation.md; docs/service-v4/reports/stage2-validation.md</a:t>
            </a:r>
          </a:p>
          <a:p xmlns:a="http://schemas.openxmlformats.org/drawingml/2006/main">
            <a:r>
              <a:t>기존 앱 화면: docs/presentation/CREDITS.md (2026-10-07 합성 계정 촬영). 실제 리뷰 수집과 언어 품질은 미검증.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장소를 골랐다면 다시 날짜부터 입력할 필요가 없어야 합니다. 현재 보고 있는 여행과 방문일을 이어받고, 여행을 바꾸거나 새로고침해도 미완성 선택을 복원합니다. 첫 일정도 바로 저장하는 대신 먼저 미리보기를 보여줍니다. 오후 한 시부터 세 시까지 두 시간이 비었다고 해보겠습니다. 체류 한 시간 반에 양쪽 이동이 각각 삼십 분이면 두 시간 반이 필요하니 들어갈 수 없습니다. 이런 계산은 AI가 문장으로 판단하는 대신 코드로 검사합니다. 이미 확정한 예약은 자동으로 옮기지 않고, 사용자가 적용할 때 버전과 조건을 다시 확인합니다. 일정에서 빼는 것과 외부 예약을 취소하는 것도 별개입니다.</a:t>
            </a:r>
          </a:p>
          <a:p xmlns:a="http://schemas.openxmlformats.org/drawingml/2006/main">
            <a:r>
              <a:t/>
            </a:r>
          </a:p>
          <a:p xmlns:a="http://schemas.openxmlformats.org/drawingml/2006/main">
            <a:r>
              <a:t>화면 안내: 예시 화면은 기존 고정 예약·충돌 안내입니다. 새로운 상태를 합성한 화면은 아닙니다.</a:t>
            </a:r>
          </a:p>
          <a:p xmlns:a="http://schemas.openxmlformats.org/drawingml/2006/main">
            <a:r>
              <a:t/>
            </a:r>
          </a:p>
          <a:p xmlns:a="http://schemas.openxmlformats.org/drawingml/2006/main">
            <a:r>
              <a:t>낭독하지 않음</a:t>
            </a:r>
          </a:p>
          <a:p xmlns:a="http://schemas.openxmlformats.org/drawingml/2006/main">
            <a:r>
              <a:t>근거: docs/service-v4/reports/stage1-validation.md; docs/service-v4/reports/stage2-validation.md</a:t>
            </a:r>
          </a:p>
          <a:p xmlns:a="http://schemas.openxmlformats.org/drawingml/2006/main">
            <a:r>
              <a:t>기존 앱 화면: docs/presentation/CREDITS.md (2026-10-07 합성 계정 촬영). 실제 리뷰 수집과 언어 품질은 미검증.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기능을 붙이는 것뿐 아니라 느리거나 잘못 연결되는 부분도 고쳤습니다. 예를 들어 숙소 근처에 있는 식당이 전체 후보 중 열세 번째라는 이유로, 거리 계산을 해보기도 전에 잘리는 문제가 있었습니다. 카페를 찾는데 앞의 식당 백 개가 후보 제한을 모두 차지하는 경우도 있었고요. 이제 종류와 유효한 자료를 먼저 확인하고, 평가할 후보와 화면에 보여줄 개수를 구분합니다. 조회도 장소마다 따로 반복하던 것을 묶었습니다. 같은 합성 후보 백 개에서 결과를 읽는 SQL 호출은 천육백삼십구 회에서 서른두 회로 줄었습니다. 운영 응답시간이 같은 비율로 빨라졌다는 뜻은 아니고, 동일한 시험에서 왕복 조회를 줄인 결과입니다.</a:t>
            </a:r>
          </a:p>
          <a:p xmlns:a="http://schemas.openxmlformats.org/drawingml/2006/main">
            <a:r>
              <a:t/>
            </a:r>
          </a:p>
          <a:p xmlns:a="http://schemas.openxmlformats.org/drawingml/2006/main">
            <a:r>
              <a:t>화면 안내: SQL 호출 수 단위와 합성 시험 범위를 말합니다. 운영 속도 보장으로 표현하지 않습니다.</a:t>
            </a:r>
          </a:p>
          <a:p xmlns:a="http://schemas.openxmlformats.org/drawingml/2006/main">
            <a:r>
              <a:t/>
            </a:r>
          </a:p>
          <a:p xmlns:a="http://schemas.openxmlformats.org/drawingml/2006/main">
            <a:r>
              <a:t>낭독하지 않음</a:t>
            </a:r>
          </a:p>
          <a:p xmlns:a="http://schemas.openxmlformats.org/drawingml/2006/main">
            <a:r>
              <a:t>근거: docs/service-v4/reports/stage1-validation.md; docs/service-v4/reports/stage2-validation.md</a:t>
            </a:r>
          </a:p>
          <a:p xmlns:a="http://schemas.openxmlformats.org/drawingml/2006/main">
            <a:r>
              <a:t>기존 앱 화면: docs/presentation/CREDITS.md (2026-10-07 합성 계정 촬영). 실제 리뷰 수집과 언어 품질은 미검증.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여기까지의 흐름과 추천 규칙은 코드로 구현하고 합성 자료로 검사했습니다. 다만 핵심인 실제 리뷰 추천을 켜려면 다른 확인이 필요합니다. 원문과 번역문이 정말 구분되는지, 정렬이 발행일 기준인지, 수집한 자료를 사용할 수 있는지 확인해야 합니다. 일본어와 한국어를 얼마나 정확하게 판별하는지도 실제 식당 리뷰로 따로 평가해야 하고요. 그래서 지금은 실제 엄격 언어 추천을 꺼 둔 상태입니다. 유명한 곳 추천은 이 상태와 독립적으로 동작합니다. 백 개 도시를 선택할 수 있지만, 백 개 도시의 리뷰 품질이 준비됐다는 뜻도 아닙니다. 도쿄와 바르셀로나부터 지점과 자료를 검토하는 이유입니다.</a:t>
            </a:r>
          </a:p>
          <a:p xmlns:a="http://schemas.openxmlformats.org/drawingml/2006/main">
            <a:r>
              <a:t/>
            </a:r>
          </a:p>
          <a:p xmlns:a="http://schemas.openxmlformats.org/drawingml/2006/main">
            <a:r>
              <a:t>화면 안내: strict OFF는 반드시 말합니다. 합성 통과를 라이브 출시 완료로 바꾸지 않습니다.</a:t>
            </a:r>
          </a:p>
          <a:p xmlns:a="http://schemas.openxmlformats.org/drawingml/2006/main">
            <a:r>
              <a:t/>
            </a:r>
          </a:p>
          <a:p xmlns:a="http://schemas.openxmlformats.org/drawingml/2006/main">
            <a:r>
              <a:t>낭독하지 않음</a:t>
            </a:r>
          </a:p>
          <a:p xmlns:a="http://schemas.openxmlformats.org/drawingml/2006/main">
            <a:r>
              <a:t>근거: docs/service-v4/reports/stage1-validation.md; docs/service-v4/reports/stage2-validation.md</a:t>
            </a:r>
          </a:p>
          <a:p xmlns:a="http://schemas.openxmlformats.org/drawingml/2006/main">
            <a:r>
              <a:t>기존 앱 화면: docs/presentation/CREDITS.md (2026-10-07 합성 계정 촬영). 실제 리뷰 수집과 언어 품질은 미검증.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고잉을 만들면서 가장 크게 느낀 건, 추천 문장을 그럴듯하게 만드는 것보다 그 추천이 무엇을 근거로 했는지 설명하는 일이 중요하다는 점입니다. 앞으로는 도쿄와 바르셀로나의 실제 리뷰를 제한된 범위에서 검증하고, 친구들이 두 추천 방식 중 어떤 것을 고르는지 살펴보려고 합니다. 저장 버튼을 눌렀다고 만족했다고 판단하지 않고, 실제로 방문했는지와 기대에 맞았는지도 구분할 생각입니다. 예약부터 장소 선택, 일정까지 이어지는 흐름이 여행 준비를 얼마나 줄여주는지 확인하는 것이 다음 목표입니다. 감사합니다.</a:t>
            </a:r>
          </a:p>
          <a:p xmlns:a="http://schemas.openxmlformats.org/drawingml/2006/main">
            <a:r>
              <a:t/>
            </a:r>
          </a:p>
          <a:p xmlns:a="http://schemas.openxmlformats.org/drawingml/2006/main">
            <a:r>
              <a:t>화면 안내: 자료 검증과 소수 사용자 관찰을 다음 작업으로 마무리합니다.</a:t>
            </a:r>
          </a:p>
          <a:p xmlns:a="http://schemas.openxmlformats.org/drawingml/2006/main">
            <a:r>
              <a:t/>
            </a:r>
          </a:p>
          <a:p xmlns:a="http://schemas.openxmlformats.org/drawingml/2006/main">
            <a:r>
              <a:t>낭독하지 않음</a:t>
            </a:r>
          </a:p>
          <a:p xmlns:a="http://schemas.openxmlformats.org/drawingml/2006/main">
            <a:r>
              <a:t>근거: docs/service-v4/reports/stage1-validation.md; docs/service-v4/reports/stage2-validation.md</a:t>
            </a:r>
          </a:p>
          <a:p xmlns:a="http://schemas.openxmlformats.org/drawingml/2006/main">
            <a:r>
              <a:t>기존 앱 화면: docs/presentation/CREDITS.md (2026-10-07 합성 계정 촬영). 실제 리뷰 수집과 언어 품질은 미검증.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a8ab69a3f84dc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83bd085d86747b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4c86335cb134dc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07abc276838438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c0e727523404d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2162f0626242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4E4114-B2A3-4067-A4E1-769163CAFC9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8D8EC17-C825-4379-A852-73FC182AD78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BFFF7CA-6C05-4311-AF46-0EF53F002F7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FB140E-588C-4044-BD56-3E807960F8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901E70C-1AA9-43AD-B499-AE795857FA9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697B3B1-3F6C-4B83-91FC-DB1B21AE18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314714-53B1-408C-ADBC-D6643F254C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A4D8653-0983-4699-BDED-6B52101AEBD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2CC6FE-944F-4122-8DE0-2A0641DA04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1FA363-3A55-4685-BCF5-AB267F442C6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47c1e0ce8c4189" /><Relationship Type="http://schemas.openxmlformats.org/officeDocument/2006/relationships/slideLayout" Target="/ppt/slideLayouts/slideLayout1.xml" Id="Rf26fa536330c4feb" /><Relationship Type="http://schemas.openxmlformats.org/officeDocument/2006/relationships/slideLayout" Target="/ppt/slideLayouts/slideLayout2.xml" Id="R49ca1b97d5a94856" /><Relationship Type="http://schemas.openxmlformats.org/officeDocument/2006/relationships/slideLayout" Target="/ppt/slideLayouts/slideLayout3.xml" Id="R895b3c7aecb44baf" /><Relationship Type="http://schemas.openxmlformats.org/officeDocument/2006/relationships/slideLayout" Target="/ppt/slideLayouts/slideLayout4.xml" Id="Rb9004658caa0417e" /><Relationship Type="http://schemas.openxmlformats.org/officeDocument/2006/relationships/slideLayout" Target="/ppt/slideLayouts/slideLayout5.xml" Id="Rc049be0d36024c85" /><Relationship Type="http://schemas.openxmlformats.org/officeDocument/2006/relationships/slideLayout" Target="/ppt/slideLayouts/slideLayout6.xml" Id="R6311f42452e447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6fa536330c4feb"/>
    <p:sldLayoutId xmlns:r="http://schemas.openxmlformats.org/officeDocument/2006/relationships" id="2147483650" r:id="R49ca1b97d5a94856"/>
    <p:sldLayoutId xmlns:r="http://schemas.openxmlformats.org/officeDocument/2006/relationships" id="2147483651" r:id="R895b3c7aecb44baf"/>
    <p:sldLayoutId xmlns:r="http://schemas.openxmlformats.org/officeDocument/2006/relationships" id="2147483652" r:id="Rb9004658caa0417e"/>
    <p:sldLayoutId xmlns:r="http://schemas.openxmlformats.org/officeDocument/2006/relationships" id="2147483653" r:id="Rc049be0d36024c85"/>
    <p:sldLayoutId xmlns:r="http://schemas.openxmlformats.org/officeDocument/2006/relationships" id="2147483654" r:id="R6311f42452e447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Pretendard"/>
        <a:ea typeface=""/>
        <a:cs typeface=""/>
      </a:majorFont>
      <a:minorFont>
        <a:latin typeface="Pretendar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a67b2e06440416f" /><Relationship Type="http://schemas.openxmlformats.org/officeDocument/2006/relationships/image" Target="/ppt/media/image.png" Id="Re2f034a2442a4800" /><Relationship Type="http://schemas.openxmlformats.org/officeDocument/2006/relationships/notesSlide" Target="/ppt/notesSlides/notesSlide1.xml" Id="Rd0049062115842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a62ae005919452d" /><Relationship Type="http://schemas.openxmlformats.org/officeDocument/2006/relationships/image" Target="/ppt/media/image2.png" Id="Re25d0b75c168460d" /><Relationship Type="http://schemas.openxmlformats.org/officeDocument/2006/relationships/notesSlide" Target="/ppt/notesSlides/notesSlide2.xml" Id="Rbdad44e87a0e45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6f1c00f4f594d12" /><Relationship Type="http://schemas.openxmlformats.org/officeDocument/2006/relationships/image" Target="/ppt/media/image3.png" Id="Rfeaf4e0b7d5d4582" /><Relationship Type="http://schemas.openxmlformats.org/officeDocument/2006/relationships/notesSlide" Target="/ppt/notesSlides/notesSlide3.xml" Id="Re7655e9b30ae47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5f58513c6864c4b" /><Relationship Type="http://schemas.openxmlformats.org/officeDocument/2006/relationships/notesSlide" Target="/ppt/notesSlides/notesSlide4.xml" Id="Rb07e7bd9ad534f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819e324f6af4030" /><Relationship Type="http://schemas.openxmlformats.org/officeDocument/2006/relationships/notesSlide" Target="/ppt/notesSlides/notesSlide5.xml" Id="R1bd6c4c252e64e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51cfdfac9604a27" /><Relationship Type="http://schemas.openxmlformats.org/officeDocument/2006/relationships/notesSlide" Target="/ppt/notesSlides/notesSlide6.xml" Id="R1b458b71da4d43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8ec074dea734468" /><Relationship Type="http://schemas.openxmlformats.org/officeDocument/2006/relationships/image" Target="/ppt/media/image4.png" Id="R58c04fde98ac44f9" /><Relationship Type="http://schemas.openxmlformats.org/officeDocument/2006/relationships/notesSlide" Target="/ppt/notesSlides/notesSlide7.xml" Id="R4804f391c08a46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f8db9ea6edf41ad" /><Relationship Type="http://schemas.openxmlformats.org/officeDocument/2006/relationships/chart" Target="/ppt/slides/charts/chart1.xml" Id="R85bf4b988ef5487b" /><Relationship Type="http://schemas.openxmlformats.org/officeDocument/2006/relationships/notesSlide" Target="/ppt/notesSlides/notesSlide8.xml" Id="R83fafdf3d30343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a0f47b979094bfe" /><Relationship Type="http://schemas.openxmlformats.org/officeDocument/2006/relationships/notesSlide" Target="/ppt/notesSlides/notesSlide9.xml" Id="R8b913181447a41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83678628ce347c0" /><Relationship Type="http://schemas.openxmlformats.org/officeDocument/2006/relationships/notesSlide" Target="/ppt/notesSlides/notesSlide10.xml" Id="R9aefd05a5f01451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SQL 호출 수</c:v>
          </c:tx>
          <c:dPt>
            <c:idx val="0"/>
            <c:invertIfNegative val="0"/>
            <c:spPr>
              <a:solidFill xmlns:a="http://schemas.openxmlformats.org/drawingml/2006/main">
                <a:srgbClr val="A5B3B7"/>
              </a:solidFill>
            </c:spPr>
          </c:dPt>
          <c:dPt>
            <c:idx val="1"/>
            <c:invertIfNegative val="0"/>
            <c:spPr>
              <a:solidFill xmlns:a="http://schemas.openxmlformats.org/drawingml/2006/main">
                <a:srgbClr val="25485A"/>
              </a:solidFill>
            </c:spPr>
          </c:dPt>
          <c:cat>
            <c:strRef>
              <c:f>'Chart Data'!$A$2:$A$3</c:f>
              <c:strCache>
                <c:ptCount val="2"/>
                <c:pt idx="0">
                  <c:v>변경 전</c:v>
                </c:pt>
                <c:pt idx="1">
                  <c:v>변경 후</c:v>
                </c:pt>
              </c:strCache>
            </c:strRef>
          </c:cat>
          <c:val>
            <c:numRef>
              <c:f>'Chart Data'!$B$2:$B$3</c:f>
              <c:numCache>
                <c:formatCode>#,##0</c:formatCode>
                <c:ptCount val="2"/>
                <c:pt idx="0">
                  <c:v>1639</c:v>
                </c:pt>
                <c:pt idx="1">
                  <c:v>32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025" b="1">
                  <a:latin typeface="Pretendard"/>
                  <a:ea typeface="Pretendard"/>
                  <a:cs typeface="Pretendard"/>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Pretendard"/>
                <a:ea typeface="Pretendard"/>
                <a:cs typeface="Pretendard"/>
              </a:defRPr>
            </a:pPr>
          </a:p>
        </c:txPr>
        <c:crossAx val="48672768"/>
      </c:catAx>
      <c:valAx>
        <c:axId val="48672768"/>
        <c:scaling>
          <c:orientation val="minMax"/>
        </c:scaling>
        <c:delete val="0"/>
        <c:axPos val="b"/>
        <c:majorGridlines>
          <c:spPr>
            <a:ln xmlns:a="http://schemas.openxmlformats.org/drawingml/2006/main" w="9525">
              <a:solidFill>
                <a:srgbClr val="DCE2D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Pretendard"/>
                <a:ea typeface="Pretendard"/>
                <a:cs typeface="Pretendard"/>
              </a:defRPr>
            </a:pPr>
          </a:p>
        </c:txPr>
        <c:crossAx val="48650112"/>
        <c:crossBetween val="between"/>
      </c:valAx>
      <c:spPr>
        <a:solidFill xmlns:a="http://schemas.openxmlformats.org/drawingml/2006/main">
          <a:srgbClr val="FAF9F6"/>
        </a:solidFill>
      </c:spPr>
    </c:plotArea>
    <c:plotVisOnly val="1"/>
  </c:chart>
  <c:spPr>
    <a:solidFill xmlns:a="http://schemas.openxmlformats.org/drawingml/2006/main">
      <a:srgbClr val="FAF9F6"/>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5485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A5D8425-247E-46DC-880E-89D4CE7EA306}"/>
              </a:ext>
            </a:extLst>
          </p:cNvPr>
          <p:cNvSpPr>
            <a:spLocks xmlns:a="http://schemas.openxmlformats.org/drawingml/2006/main" noGrp="1"/>
          </p:cNvSpPr>
          <p:nvPr/>
        </p:nvSpPr>
        <p:spPr>
          <a:xfrm xmlns:a="http://schemas.openxmlformats.org/drawingml/2006/main">
            <a:off x="685800" y="2143125"/>
            <a:ext cx="8191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850" b="1">
                <a:solidFill>
                  <a:srgbClr val="FFFFFF"/>
                </a:solidFill>
              </a:defRPr>
            </a:defPPr>
          </a:lstStyle>
          <a:p xmlns:a="http://schemas.openxmlformats.org/drawingml/2006/main">
            <a:pPr>
              <a:defRPr sz="8850" b="1">
                <a:solidFill>
                  <a:srgbClr val="FFFFFF"/>
                </a:solidFill>
              </a:defRPr>
            </a:pPr>
            <a:r>
              <a:rPr sz="8850" b="1">
                <a:solidFill>
                  <a:srgbClr val="FFFFFF"/>
                </a:solidFill>
                <a:latin typeface="Pretendard"/>
                <a:ea typeface="Pretendard"/>
                <a:cs typeface="Pretendard"/>
              </a:rPr>
              <a:t>고잉</a:t>
            </a:r>
          </a:p>
        </p:txBody>
      </p:sp>
      <p:sp>
        <p:nvSpPr>
          <p:cNvPr id="2" name="">
            <a:extLst xmlns:a="http://schemas.openxmlformats.org/drawingml/2006/main">
              <a:ext uri="{FF2B5EF4-FFF2-40B4-BE49-F238E27FC236}">
                <a16:creationId xmlns:a16="http://schemas.microsoft.com/office/drawing/2014/main" id="{A6934A2F-0790-4E65-8437-CB30FA968C92}"/>
              </a:ext>
            </a:extLst>
          </p:cNvPr>
          <p:cNvSpPr>
            <a:spLocks xmlns:a="http://schemas.openxmlformats.org/drawingml/2006/main" noGrp="1"/>
          </p:cNvSpPr>
          <p:nvPr/>
        </p:nvSpPr>
        <p:spPr>
          <a:xfrm xmlns:a="http://schemas.openxmlformats.org/drawingml/2006/main">
            <a:off x="723900" y="38766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0">
                <a:solidFill>
                  <a:srgbClr val="E9EFEC"/>
                </a:solidFill>
              </a:defRPr>
            </a:defPPr>
          </a:lstStyle>
          <a:p xmlns:a="http://schemas.openxmlformats.org/drawingml/2006/main">
            <a:pPr>
              <a:defRPr sz="3150" b="0">
                <a:solidFill>
                  <a:srgbClr val="E9EFEC"/>
                </a:solidFill>
              </a:defRPr>
            </a:pPr>
            <a:r>
              <a:rPr sz="3150" b="0">
                <a:solidFill>
                  <a:srgbClr val="E9EFEC"/>
                </a:solidFill>
                <a:latin typeface="Pretendard"/>
                <a:ea typeface="Pretendard"/>
                <a:cs typeface="Pretendard"/>
              </a:rPr>
              <a:t>리뷰의 근거로 고르고, 내 여행에 담다</a:t>
            </a:r>
          </a:p>
        </p:txBody>
      </p:sp>
      <p:sp>
        <p:nvSpPr>
          <p:cNvPr id="3" name="">
            <a:extLst xmlns:a="http://schemas.openxmlformats.org/drawingml/2006/main">
              <a:ext uri="{FF2B5EF4-FFF2-40B4-BE49-F238E27FC236}">
                <a16:creationId xmlns:a16="http://schemas.microsoft.com/office/drawing/2014/main" id="{252317A4-00D0-48D7-991D-C77ABB2313FC}"/>
              </a:ext>
            </a:extLst>
          </p:cNvPr>
          <p:cNvSpPr>
            <a:spLocks xmlns:a="http://schemas.openxmlformats.org/drawingml/2006/main" noGrp="1"/>
          </p:cNvSpPr>
          <p:nvPr/>
        </p:nvSpPr>
        <p:spPr>
          <a:xfrm xmlns:a="http://schemas.openxmlformats.org/drawingml/2006/main">
            <a:off x="742950" y="1543050"/>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BFD4D3"/>
                </a:solidFill>
              </a:defRPr>
            </a:defPPr>
          </a:lstStyle>
          <a:p xmlns:a="http://schemas.openxmlformats.org/drawingml/2006/main">
            <a:pPr>
              <a:defRPr sz="2100" b="0">
                <a:solidFill>
                  <a:srgbClr val="BFD4D3"/>
                </a:solidFill>
              </a:defRPr>
            </a:pPr>
            <a:r>
              <a:rPr sz="2100" b="0">
                <a:solidFill>
                  <a:srgbClr val="BFD4D3"/>
                </a:solidFill>
                <a:latin typeface="Pretendard"/>
                <a:ea typeface="Pretendard"/>
                <a:cs typeface="Pretendard"/>
              </a:rPr>
              <a:t>GOING</a:t>
            </a:r>
          </a:p>
        </p:txBody>
      </p:sp>
      <p:pic>
        <p:nvPicPr>
          <p:cNvPr id="4" name="">
            <a:extLst xmlns:a="http://schemas.openxmlformats.org/drawingml/2006/main">
              <a:ext uri="{FF2B5EF4-FFF2-40B4-BE49-F238E27FC236}">
                <a16:creationId xmlns:a16="http://schemas.microsoft.com/office/drawing/2014/main" id="{81EE7502-F442-4970-A057-EE9B6378C1C0}"/>
              </a:ext>
            </a:extLst>
          </p:cNvPr>
          <p:cNvPicPr>
            <a:picLocks xmlns:a="http://schemas.openxmlformats.org/drawingml/2006/main" noChangeAspect="1"/>
          </p:cNvPicPr>
          <p:nvPr/>
        </p:nvPicPr>
        <p:blipFill>
          <a:blip xmlns:r="http://schemas.openxmlformats.org/officeDocument/2006/relationships" xmlns:a="http://schemas.openxmlformats.org/drawingml/2006/main" r:embed="Re2f034a2442a4800"/>
          <a:stretch xmlns:a="http://schemas.openxmlformats.org/drawingml/2006/main"/>
        </p:blipFill>
        <p:spPr>
          <a:xfrm xmlns:a="http://schemas.openxmlformats.org/drawingml/2006/main">
            <a:off x="9334500" y="2190750"/>
            <a:ext cx="1714500" cy="1714500"/>
          </a:xfrm>
          <a:prstGeom xmlns:a="http://schemas.openxmlformats.org/drawingml/2006/main" prst="rect">
            <a:avLst/>
          </a:prstGeom>
        </p:spPr>
      </p:pic>
    </p:spTree>
    <p:extLst>
      <p:ext uri="{BB962C8B-B14F-4D97-AF65-F5344CB8AC3E}">
        <p14:creationId xmlns:p14="http://schemas.microsoft.com/office/powerpoint/2010/main" val="364238547"/>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C4896C-C7B6-4226-83A1-E5AD3BAF9CBB}"/>
              </a:ext>
            </a:extLst>
          </p:cNvPr>
          <p:cNvSpPr>
            <a:spLocks xmlns:a="http://schemas.openxmlformats.org/drawingml/2006/main" noGrp="1"/>
          </p:cNvSpPr>
          <p:nvPr/>
        </p:nvSpPr>
        <p:spPr>
          <a:xfrm xmlns:a="http://schemas.openxmlformats.org/drawingml/2006/main">
            <a:off x="609600" y="50482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5485A"/>
                </a:solidFill>
              </a:defRPr>
            </a:defPPr>
          </a:lstStyle>
          <a:p xmlns:a="http://schemas.openxmlformats.org/drawingml/2006/main">
            <a:pPr>
              <a:defRPr sz="3300" b="1">
                <a:solidFill>
                  <a:srgbClr val="25485A"/>
                </a:solidFill>
              </a:defRPr>
            </a:pPr>
            <a:r>
              <a:rPr sz="3300" b="1">
                <a:solidFill>
                  <a:srgbClr val="25485A"/>
                </a:solidFill>
                <a:latin typeface="Pretendard"/>
                <a:ea typeface="Pretendard"/>
                <a:cs typeface="Pretendard"/>
              </a:rPr>
              <a:t>여행 준비에서 반복되는 일</a:t>
            </a:r>
          </a:p>
        </p:txBody>
      </p:sp>
      <p:sp>
        <p:nvSpPr>
          <p:cNvPr id="2" name="">
            <a:extLst xmlns:a="http://schemas.openxmlformats.org/drawingml/2006/main">
              <a:ext uri="{FF2B5EF4-FFF2-40B4-BE49-F238E27FC236}">
                <a16:creationId xmlns:a16="http://schemas.microsoft.com/office/drawing/2014/main" id="{E6BF20B4-5702-43F1-B36D-7528392AF214}"/>
              </a:ext>
            </a:extLst>
          </p:cNvPr>
          <p:cNvSpPr>
            <a:spLocks xmlns:a="http://schemas.openxmlformats.org/drawingml/2006/main" noGrp="1"/>
          </p:cNvSpPr>
          <p:nvPr/>
        </p:nvSpPr>
        <p:spPr>
          <a:xfrm xmlns:a="http://schemas.openxmlformats.org/drawingml/2006/main">
            <a:off x="609600" y="12287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86970"/>
                </a:solidFill>
              </a:defRPr>
            </a:defPPr>
          </a:lstStyle>
          <a:p xmlns:a="http://schemas.openxmlformats.org/drawingml/2006/main">
            <a:pPr>
              <a:defRPr sz="2025" b="0">
                <a:solidFill>
                  <a:srgbClr val="586970"/>
                </a:solidFill>
              </a:defRPr>
            </a:pPr>
            <a:r>
              <a:rPr sz="2025" b="0">
                <a:solidFill>
                  <a:srgbClr val="586970"/>
                </a:solidFill>
                <a:latin typeface="Pretendard"/>
                <a:ea typeface="Pretendard"/>
                <a:cs typeface="Pretendard"/>
              </a:rPr>
              <a:t>이미 있는 정보를 계속 다시 정리했습니다</a:t>
            </a:r>
          </a:p>
        </p:txBody>
      </p:sp>
      <p:sp>
        <p:nvSpPr>
          <p:cNvPr id="3" name="">
            <a:extLst xmlns:a="http://schemas.openxmlformats.org/drawingml/2006/main">
              <a:ext uri="{FF2B5EF4-FFF2-40B4-BE49-F238E27FC236}">
                <a16:creationId xmlns:a16="http://schemas.microsoft.com/office/drawing/2014/main" id="{AE04BD13-C65A-4368-8604-35724C2E2F19}"/>
              </a:ext>
            </a:extLst>
          </p:cNvPr>
          <p:cNvSpPr>
            <a:spLocks xmlns:a="http://schemas.openxmlformats.org/drawingml/2006/main" noGrp="1"/>
          </p:cNvSpPr>
          <p:nvPr/>
        </p:nvSpPr>
        <p:spPr>
          <a:xfrm xmlns:a="http://schemas.openxmlformats.org/drawingml/2006/main">
            <a:off x="10953750" y="63436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86970"/>
                </a:solidFill>
              </a:defRPr>
            </a:defPPr>
          </a:lstStyle>
          <a:p xmlns:a="http://schemas.openxmlformats.org/drawingml/2006/main">
            <a:pPr>
              <a:defRPr sz="1500" b="0">
                <a:solidFill>
                  <a:srgbClr val="586970"/>
                </a:solidFill>
              </a:defRPr>
            </a:pPr>
            <a:r>
              <a:rPr sz="1500" b="0">
                <a:solidFill>
                  <a:srgbClr val="586970"/>
                </a:solidFill>
                <a:latin typeface="Pretendard"/>
                <a:ea typeface="Pretendard"/>
                <a:cs typeface="Pretendard"/>
              </a:rPr>
              <a:t>2 / 10</a:t>
            </a:r>
          </a:p>
        </p:txBody>
      </p:sp>
      <p:sp>
        <p:nvSpPr>
          <p:cNvPr id="4" name="">
            <a:extLst xmlns:a="http://schemas.openxmlformats.org/drawingml/2006/main">
              <a:ext uri="{FF2B5EF4-FFF2-40B4-BE49-F238E27FC236}">
                <a16:creationId xmlns:a16="http://schemas.microsoft.com/office/drawing/2014/main" id="{9987CA5A-7B27-44C9-A6C8-3ACA04C5ED48}"/>
              </a:ext>
            </a:extLst>
          </p:cNvPr>
          <p:cNvSpPr>
            <a:spLocks xmlns:a="http://schemas.openxmlformats.org/drawingml/2006/main" noGrp="1"/>
          </p:cNvSpPr>
          <p:nvPr/>
        </p:nvSpPr>
        <p:spPr>
          <a:xfrm xmlns:a="http://schemas.openxmlformats.org/drawingml/2006/main">
            <a:off x="609600" y="2200275"/>
            <a:ext cx="3905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25485A"/>
                </a:solidFill>
              </a:defRPr>
            </a:defPPr>
          </a:lstStyle>
          <a:p xmlns:a="http://schemas.openxmlformats.org/drawingml/2006/main">
            <a:pPr>
              <a:defRPr sz="2475" b="1">
                <a:solidFill>
                  <a:srgbClr val="25485A"/>
                </a:solidFill>
              </a:defRPr>
            </a:pPr>
            <a:r>
              <a:rPr sz="2475" b="1">
                <a:solidFill>
                  <a:srgbClr val="25485A"/>
                </a:solidFill>
                <a:latin typeface="Pretendard"/>
                <a:ea typeface="Pretendard"/>
                <a:cs typeface="Pretendard"/>
              </a:rPr>
              <a:t>“체크아웃이 몇 시였지?”</a:t>
            </a:r>
          </a:p>
        </p:txBody>
      </p:sp>
      <p:sp>
        <p:nvSpPr>
          <p:cNvPr id="5" name="">
            <a:extLst xmlns:a="http://schemas.openxmlformats.org/drawingml/2006/main">
              <a:ext uri="{FF2B5EF4-FFF2-40B4-BE49-F238E27FC236}">
                <a16:creationId xmlns:a16="http://schemas.microsoft.com/office/drawing/2014/main" id="{927571B7-B041-4026-937B-8C31A64EB458}"/>
              </a:ext>
            </a:extLst>
          </p:cNvPr>
          <p:cNvSpPr>
            <a:spLocks xmlns:a="http://schemas.openxmlformats.org/drawingml/2006/main" noGrp="1"/>
          </p:cNvSpPr>
          <p:nvPr/>
        </p:nvSpPr>
        <p:spPr>
          <a:xfrm xmlns:a="http://schemas.openxmlformats.org/drawingml/2006/main">
            <a:off x="609600" y="3286125"/>
            <a:ext cx="3905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25485A"/>
                </a:solidFill>
              </a:defRPr>
            </a:defPPr>
          </a:lstStyle>
          <a:p xmlns:a="http://schemas.openxmlformats.org/drawingml/2006/main">
            <a:pPr>
              <a:defRPr sz="2475" b="1">
                <a:solidFill>
                  <a:srgbClr val="25485A"/>
                </a:solidFill>
              </a:defRPr>
            </a:pPr>
            <a:r>
              <a:rPr sz="2475" b="1">
                <a:solidFill>
                  <a:srgbClr val="25485A"/>
                </a:solidFill>
                <a:latin typeface="Pretendard"/>
                <a:ea typeface="Pretendard"/>
                <a:cs typeface="Pretendard"/>
              </a:rPr>
              <a:t>“어떤 식당을 가야 할까?”</a:t>
            </a:r>
          </a:p>
        </p:txBody>
      </p:sp>
      <p:sp>
        <p:nvSpPr>
          <p:cNvPr id="6" name="">
            <a:extLst xmlns:a="http://schemas.openxmlformats.org/drawingml/2006/main">
              <a:ext uri="{FF2B5EF4-FFF2-40B4-BE49-F238E27FC236}">
                <a16:creationId xmlns:a16="http://schemas.microsoft.com/office/drawing/2014/main" id="{D56F88CF-E3FB-41BA-9599-2B834B6A88DF}"/>
              </a:ext>
            </a:extLst>
          </p:cNvPr>
          <p:cNvSpPr>
            <a:spLocks xmlns:a="http://schemas.openxmlformats.org/drawingml/2006/main" noGrp="1"/>
          </p:cNvSpPr>
          <p:nvPr/>
        </p:nvSpPr>
        <p:spPr>
          <a:xfrm xmlns:a="http://schemas.openxmlformats.org/drawingml/2006/main">
            <a:off x="609600" y="4619625"/>
            <a:ext cx="3810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586970"/>
                </a:solidFill>
              </a:defRPr>
            </a:defPPr>
          </a:lstStyle>
          <a:p xmlns:a="http://schemas.openxmlformats.org/drawingml/2006/main">
            <a:pPr>
              <a:defRPr sz="2175" b="0">
                <a:solidFill>
                  <a:srgbClr val="586970"/>
                </a:solidFill>
              </a:defRPr>
            </a:pPr>
            <a:r>
              <a:rPr sz="2175" b="0">
                <a:solidFill>
                  <a:srgbClr val="586970"/>
                </a:solidFill>
                <a:latin typeface="Pretendard"/>
                <a:ea typeface="Pretendard"/>
                <a:cs typeface="Pretendard"/>
              </a:rPr>
              <a:t>예약과 장소를</a:t>
            </a:r>
            <a:br>
              <a:rPr sz="2175" b="0">
                <a:solidFill>
                  <a:srgbClr val="586970"/>
                </a:solidFill>
                <a:latin typeface="Pretendard"/>
                <a:ea typeface="Pretendard"/>
                <a:cs typeface="Pretendard"/>
              </a:rPr>
            </a:br>
            <a:r>
              <a:rPr sz="2175" b="0">
                <a:solidFill>
                  <a:srgbClr val="586970"/>
                </a:solidFill>
                <a:latin typeface="Pretendard"/>
                <a:ea typeface="Pretendard"/>
                <a:cs typeface="Pretendard"/>
              </a:rPr>
              <a:t>한 여행 안에서 이어서</a:t>
            </a:r>
          </a:p>
        </p:txBody>
      </p:sp>
      <p:pic>
        <p:nvPicPr>
          <p:cNvPr id="7" name="">
            <a:extLst xmlns:a="http://schemas.openxmlformats.org/drawingml/2006/main">
              <a:ext uri="{FF2B5EF4-FFF2-40B4-BE49-F238E27FC236}">
                <a16:creationId xmlns:a16="http://schemas.microsoft.com/office/drawing/2014/main" id="{B353D799-2B90-4D06-8F99-51131BA687E3}"/>
              </a:ext>
            </a:extLst>
          </p:cNvPr>
          <p:cNvPicPr>
            <a:picLocks xmlns:a="http://schemas.openxmlformats.org/drawingml/2006/main" noChangeAspect="1"/>
          </p:cNvPicPr>
          <p:nvPr/>
        </p:nvPicPr>
        <p:blipFill>
          <a:blip xmlns:r="http://schemas.openxmlformats.org/officeDocument/2006/relationships" xmlns:a="http://schemas.openxmlformats.org/drawingml/2006/main" r:embed="Re25d0b75c168460d"/>
          <a:stretch xmlns:a="http://schemas.openxmlformats.org/drawingml/2006/main"/>
        </p:blipFill>
        <p:spPr>
          <a:xfrm xmlns:a="http://schemas.openxmlformats.org/drawingml/2006/main">
            <a:off x="4905375" y="2059753"/>
            <a:ext cx="6648450" cy="4205345"/>
          </a:xfrm>
          <a:prstGeom xmlns:a="http://schemas.openxmlformats.org/drawingml/2006/main" prst="rect">
            <a:avLst/>
          </a:prstGeom>
        </p:spPr>
      </p:pic>
    </p:spTree>
    <p:extLst>
      <p:ext uri="{BB962C8B-B14F-4D97-AF65-F5344CB8AC3E}">
        <p14:creationId xmlns:p14="http://schemas.microsoft.com/office/powerpoint/2010/main" val="978322306"/>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267A52-3A57-46E1-B4CF-6AB53B4CEED5}"/>
              </a:ext>
            </a:extLst>
          </p:cNvPr>
          <p:cNvSpPr>
            <a:spLocks xmlns:a="http://schemas.openxmlformats.org/drawingml/2006/main" noGrp="1"/>
          </p:cNvSpPr>
          <p:nvPr/>
        </p:nvSpPr>
        <p:spPr>
          <a:xfrm xmlns:a="http://schemas.openxmlformats.org/drawingml/2006/main">
            <a:off x="609600" y="50482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5485A"/>
                </a:solidFill>
              </a:defRPr>
            </a:defPPr>
          </a:lstStyle>
          <a:p xmlns:a="http://schemas.openxmlformats.org/drawingml/2006/main">
            <a:pPr>
              <a:defRPr sz="3300" b="1">
                <a:solidFill>
                  <a:srgbClr val="25485A"/>
                </a:solidFill>
              </a:defRPr>
            </a:pPr>
            <a:r>
              <a:rPr sz="3300" b="1">
                <a:solidFill>
                  <a:srgbClr val="25485A"/>
                </a:solidFill>
                <a:latin typeface="Pretendard"/>
                <a:ea typeface="Pretendard"/>
                <a:cs typeface="Pretendard"/>
              </a:rPr>
              <a:t>예약 메일이 여행의 기준이 됩니다</a:t>
            </a:r>
          </a:p>
        </p:txBody>
      </p:sp>
      <p:sp>
        <p:nvSpPr>
          <p:cNvPr id="2" name="">
            <a:extLst xmlns:a="http://schemas.openxmlformats.org/drawingml/2006/main">
              <a:ext uri="{FF2B5EF4-FFF2-40B4-BE49-F238E27FC236}">
                <a16:creationId xmlns:a16="http://schemas.microsoft.com/office/drawing/2014/main" id="{0D6F449E-1531-4A8E-9146-73B29E4E1A73}"/>
              </a:ext>
            </a:extLst>
          </p:cNvPr>
          <p:cNvSpPr>
            <a:spLocks xmlns:a="http://schemas.openxmlformats.org/drawingml/2006/main" noGrp="1"/>
          </p:cNvSpPr>
          <p:nvPr/>
        </p:nvSpPr>
        <p:spPr>
          <a:xfrm xmlns:a="http://schemas.openxmlformats.org/drawingml/2006/main">
            <a:off x="609600" y="12287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86970"/>
                </a:solidFill>
              </a:defRPr>
            </a:defPPr>
          </a:lstStyle>
          <a:p xmlns:a="http://schemas.openxmlformats.org/drawingml/2006/main">
            <a:pPr>
              <a:defRPr sz="2025" b="0">
                <a:solidFill>
                  <a:srgbClr val="586970"/>
                </a:solidFill>
              </a:defRPr>
            </a:pPr>
            <a:r>
              <a:rPr sz="2025" b="0">
                <a:solidFill>
                  <a:srgbClr val="586970"/>
                </a:solidFill>
                <a:latin typeface="Pretendard"/>
                <a:ea typeface="Pretendard"/>
                <a:cs typeface="Pretendard"/>
              </a:rPr>
              <a:t>추출한 값은 확인하고 고칠 수 있습니다</a:t>
            </a:r>
          </a:p>
        </p:txBody>
      </p:sp>
      <p:sp>
        <p:nvSpPr>
          <p:cNvPr id="3" name="">
            <a:extLst xmlns:a="http://schemas.openxmlformats.org/drawingml/2006/main">
              <a:ext uri="{FF2B5EF4-FFF2-40B4-BE49-F238E27FC236}">
                <a16:creationId xmlns:a16="http://schemas.microsoft.com/office/drawing/2014/main" id="{D2C8853B-FB4A-4A50-AB6B-FCB3CFDCEBCA}"/>
              </a:ext>
            </a:extLst>
          </p:cNvPr>
          <p:cNvSpPr>
            <a:spLocks xmlns:a="http://schemas.openxmlformats.org/drawingml/2006/main" noGrp="1"/>
          </p:cNvSpPr>
          <p:nvPr/>
        </p:nvSpPr>
        <p:spPr>
          <a:xfrm xmlns:a="http://schemas.openxmlformats.org/drawingml/2006/main">
            <a:off x="10953750" y="63436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86970"/>
                </a:solidFill>
              </a:defRPr>
            </a:defPPr>
          </a:lstStyle>
          <a:p xmlns:a="http://schemas.openxmlformats.org/drawingml/2006/main">
            <a:pPr>
              <a:defRPr sz="1500" b="0">
                <a:solidFill>
                  <a:srgbClr val="586970"/>
                </a:solidFill>
              </a:defRPr>
            </a:pPr>
            <a:r>
              <a:rPr sz="1500" b="0">
                <a:solidFill>
                  <a:srgbClr val="586970"/>
                </a:solidFill>
                <a:latin typeface="Pretendard"/>
                <a:ea typeface="Pretendard"/>
                <a:cs typeface="Pretendard"/>
              </a:rPr>
              <a:t>3 / 10</a:t>
            </a:r>
          </a:p>
        </p:txBody>
      </p:sp>
      <p:sp>
        <p:nvSpPr>
          <p:cNvPr id="4" name="">
            <a:extLst xmlns:a="http://schemas.openxmlformats.org/drawingml/2006/main">
              <a:ext uri="{FF2B5EF4-FFF2-40B4-BE49-F238E27FC236}">
                <a16:creationId xmlns:a16="http://schemas.microsoft.com/office/drawing/2014/main" id="{19450294-A816-4BC9-8A52-3EB26679B0CA}"/>
              </a:ext>
            </a:extLst>
          </p:cNvPr>
          <p:cNvSpPr>
            <a:spLocks xmlns:a="http://schemas.openxmlformats.org/drawingml/2006/main" noGrp="1"/>
          </p:cNvSpPr>
          <p:nvPr/>
        </p:nvSpPr>
        <p:spPr>
          <a:xfrm xmlns:a="http://schemas.openxmlformats.org/drawingml/2006/main">
            <a:off x="609600" y="220027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25485A"/>
                </a:solidFill>
              </a:defRPr>
            </a:defPPr>
          </a:lstStyle>
          <a:p xmlns:a="http://schemas.openxmlformats.org/drawingml/2006/main">
            <a:pPr>
              <a:defRPr sz="2475" b="1">
                <a:solidFill>
                  <a:srgbClr val="25485A"/>
                </a:solidFill>
              </a:defRPr>
            </a:pPr>
            <a:r>
              <a:rPr sz="2475" b="1">
                <a:solidFill>
                  <a:srgbClr val="25485A"/>
                </a:solidFill>
                <a:latin typeface="Pretendard"/>
                <a:ea typeface="Pretendard"/>
                <a:cs typeface="Pretendard"/>
              </a:rPr>
              <a:t>AI 추출값과</a:t>
            </a:r>
            <a:br>
              <a:rPr sz="2475" b="1">
                <a:solidFill>
                  <a:srgbClr val="25485A"/>
                </a:solidFill>
                <a:latin typeface="Pretendard"/>
                <a:ea typeface="Pretendard"/>
                <a:cs typeface="Pretendard"/>
              </a:rPr>
            </a:br>
            <a:r>
              <a:rPr sz="2475" b="1">
                <a:solidFill>
                  <a:srgbClr val="25485A"/>
                </a:solidFill>
                <a:latin typeface="Pretendard"/>
                <a:ea typeface="Pretendard"/>
                <a:cs typeface="Pretendard"/>
              </a:rPr>
              <a:t>사용자 교정값을 분리</a:t>
            </a:r>
          </a:p>
        </p:txBody>
      </p:sp>
      <p:sp>
        <p:nvSpPr>
          <p:cNvPr id="5" name="">
            <a:extLst xmlns:a="http://schemas.openxmlformats.org/drawingml/2006/main">
              <a:ext uri="{FF2B5EF4-FFF2-40B4-BE49-F238E27FC236}">
                <a16:creationId xmlns:a16="http://schemas.microsoft.com/office/drawing/2014/main" id="{FAE12C0F-E7D7-43A9-A4AA-832F8444C21B}"/>
              </a:ext>
            </a:extLst>
          </p:cNvPr>
          <p:cNvSpPr>
            <a:spLocks xmlns:a="http://schemas.openxmlformats.org/drawingml/2006/main" noGrp="1"/>
          </p:cNvSpPr>
          <p:nvPr/>
        </p:nvSpPr>
        <p:spPr>
          <a:xfrm xmlns:a="http://schemas.openxmlformats.org/drawingml/2006/main">
            <a:off x="609600" y="36957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202C31"/>
                </a:solidFill>
              </a:defRPr>
            </a:defPPr>
          </a:lstStyle>
          <a:p xmlns:a="http://schemas.openxmlformats.org/drawingml/2006/main">
            <a:pPr>
              <a:defRPr sz="2250" b="0">
                <a:solidFill>
                  <a:srgbClr val="202C31"/>
                </a:solidFill>
              </a:defRPr>
            </a:pPr>
            <a:r>
              <a:rPr sz="2250" b="0">
                <a:solidFill>
                  <a:srgbClr val="202C31"/>
                </a:solidFill>
                <a:latin typeface="Pretendard"/>
                <a:ea typeface="Pretendard"/>
                <a:cs typeface="Pretendard"/>
              </a:rPr>
              <a:t>하루 전체 질문은</a:t>
            </a:r>
            <a:br>
              <a:rPr sz="2250" b="0">
                <a:solidFill>
                  <a:srgbClr val="202C31"/>
                </a:solidFill>
                <a:latin typeface="Pretendard"/>
                <a:ea typeface="Pretendard"/>
                <a:cs typeface="Pretendard"/>
              </a:rPr>
            </a:br>
            <a:r>
              <a:rPr sz="2250" b="0">
                <a:solidFill>
                  <a:srgbClr val="202C31"/>
                </a:solidFill>
                <a:latin typeface="Pretendard"/>
                <a:ea typeface="Pretendard"/>
                <a:cs typeface="Pretendard"/>
              </a:rPr>
              <a:t>날짜 기준으로 모두 조회</a:t>
            </a:r>
          </a:p>
        </p:txBody>
      </p:sp>
      <p:sp>
        <p:nvSpPr>
          <p:cNvPr id="6" name="">
            <a:extLst xmlns:a="http://schemas.openxmlformats.org/drawingml/2006/main">
              <a:ext uri="{FF2B5EF4-FFF2-40B4-BE49-F238E27FC236}">
                <a16:creationId xmlns:a16="http://schemas.microsoft.com/office/drawing/2014/main" id="{11DC3D28-C7DC-46A8-8F8E-4AE32E27A8B5}"/>
              </a:ext>
            </a:extLst>
          </p:cNvPr>
          <p:cNvSpPr>
            <a:spLocks xmlns:a="http://schemas.openxmlformats.org/drawingml/2006/main" noGrp="1"/>
          </p:cNvSpPr>
          <p:nvPr/>
        </p:nvSpPr>
        <p:spPr>
          <a:xfrm xmlns:a="http://schemas.openxmlformats.org/drawingml/2006/main">
            <a:off x="609600" y="578167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86970"/>
                </a:solidFill>
              </a:defRPr>
            </a:defPPr>
          </a:lstStyle>
          <a:p xmlns:a="http://schemas.openxmlformats.org/drawingml/2006/main">
            <a:pPr>
              <a:defRPr sz="1725" b="0">
                <a:solidFill>
                  <a:srgbClr val="586970"/>
                </a:solidFill>
              </a:defRPr>
            </a:pPr>
            <a:r>
              <a:rPr sz="1725" b="0">
                <a:solidFill>
                  <a:srgbClr val="586970"/>
                </a:solidFill>
                <a:latin typeface="Pretendard"/>
                <a:ea typeface="Pretendard"/>
                <a:cs typeface="Pretendard"/>
              </a:rPr>
              <a:t>가상 메일로 촬영한 기존 화면</a:t>
            </a:r>
          </a:p>
        </p:txBody>
      </p:sp>
      <p:pic>
        <p:nvPicPr>
          <p:cNvPr id="7" name="">
            <a:extLst xmlns:a="http://schemas.openxmlformats.org/drawingml/2006/main">
              <a:ext uri="{FF2B5EF4-FFF2-40B4-BE49-F238E27FC236}">
                <a16:creationId xmlns:a16="http://schemas.microsoft.com/office/drawing/2014/main" id="{4DEF1099-13F3-4B8D-971A-0931C6F323EE}"/>
              </a:ext>
            </a:extLst>
          </p:cNvPr>
          <p:cNvPicPr>
            <a:picLocks xmlns:a="http://schemas.openxmlformats.org/drawingml/2006/main" noChangeAspect="1"/>
          </p:cNvPicPr>
          <p:nvPr/>
        </p:nvPicPr>
        <p:blipFill>
          <a:blip xmlns:r="http://schemas.openxmlformats.org/officeDocument/2006/relationships" xmlns:a="http://schemas.openxmlformats.org/drawingml/2006/main" r:embed="Rfeaf4e0b7d5d4582"/>
          <a:stretch xmlns:a="http://schemas.openxmlformats.org/drawingml/2006/main"/>
        </p:blipFill>
        <p:spPr>
          <a:xfrm xmlns:a="http://schemas.openxmlformats.org/drawingml/2006/main">
            <a:off x="4602389" y="1933575"/>
            <a:ext cx="6625771" cy="4191000"/>
          </a:xfrm>
          <a:prstGeom xmlns:a="http://schemas.openxmlformats.org/drawingml/2006/main" prst="rect">
            <a:avLst/>
          </a:prstGeom>
        </p:spPr>
      </p:pic>
    </p:spTree>
    <p:extLst>
      <p:ext uri="{BB962C8B-B14F-4D97-AF65-F5344CB8AC3E}">
        <p14:creationId xmlns:p14="http://schemas.microsoft.com/office/powerpoint/2010/main" val="1689142933"/>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9B0A62-4DE4-470C-9C60-A711C104F5CD}"/>
              </a:ext>
            </a:extLst>
          </p:cNvPr>
          <p:cNvSpPr>
            <a:spLocks xmlns:a="http://schemas.openxmlformats.org/drawingml/2006/main" noGrp="1"/>
          </p:cNvSpPr>
          <p:nvPr/>
        </p:nvSpPr>
        <p:spPr>
          <a:xfrm xmlns:a="http://schemas.openxmlformats.org/drawingml/2006/main">
            <a:off x="609600" y="50482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5485A"/>
                </a:solidFill>
              </a:defRPr>
            </a:defPPr>
          </a:lstStyle>
          <a:p xmlns:a="http://schemas.openxmlformats.org/drawingml/2006/main">
            <a:pPr>
              <a:defRPr sz="3300" b="1">
                <a:solidFill>
                  <a:srgbClr val="25485A"/>
                </a:solidFill>
              </a:defRPr>
            </a:pPr>
            <a:r>
              <a:rPr sz="3300" b="1">
                <a:solidFill>
                  <a:srgbClr val="25485A"/>
                </a:solidFill>
                <a:latin typeface="Pretendard"/>
                <a:ea typeface="Pretendard"/>
                <a:cs typeface="Pretendard"/>
              </a:rPr>
              <a:t>장소를 고르는 두 가지 기준</a:t>
            </a:r>
          </a:p>
        </p:txBody>
      </p:sp>
      <p:sp>
        <p:nvSpPr>
          <p:cNvPr id="2" name="">
            <a:extLst xmlns:a="http://schemas.openxmlformats.org/drawingml/2006/main">
              <a:ext uri="{FF2B5EF4-FFF2-40B4-BE49-F238E27FC236}">
                <a16:creationId xmlns:a16="http://schemas.microsoft.com/office/drawing/2014/main" id="{57D3F642-073E-4B79-9849-EC8589FC670D}"/>
              </a:ext>
            </a:extLst>
          </p:cNvPr>
          <p:cNvSpPr>
            <a:spLocks xmlns:a="http://schemas.openxmlformats.org/drawingml/2006/main" noGrp="1"/>
          </p:cNvSpPr>
          <p:nvPr/>
        </p:nvSpPr>
        <p:spPr>
          <a:xfrm xmlns:a="http://schemas.openxmlformats.org/drawingml/2006/main">
            <a:off x="609600" y="12287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86970"/>
                </a:solidFill>
              </a:defRPr>
            </a:defPPr>
          </a:lstStyle>
          <a:p xmlns:a="http://schemas.openxmlformats.org/drawingml/2006/main">
            <a:pPr>
              <a:defRPr sz="2025" b="0">
                <a:solidFill>
                  <a:srgbClr val="586970"/>
                </a:solidFill>
              </a:defRPr>
            </a:pPr>
            <a:r>
              <a:rPr sz="2025" b="0">
                <a:solidFill>
                  <a:srgbClr val="586970"/>
                </a:solidFill>
                <a:latin typeface="Pretendard"/>
                <a:ea typeface="Pretendard"/>
                <a:cs typeface="Pretendard"/>
              </a:rPr>
              <a:t>현지어 리뷰로 찾기와 유명한 곳</a:t>
            </a:r>
          </a:p>
        </p:txBody>
      </p:sp>
      <p:sp>
        <p:nvSpPr>
          <p:cNvPr id="3" name="">
            <a:extLst xmlns:a="http://schemas.openxmlformats.org/drawingml/2006/main">
              <a:ext uri="{FF2B5EF4-FFF2-40B4-BE49-F238E27FC236}">
                <a16:creationId xmlns:a16="http://schemas.microsoft.com/office/drawing/2014/main" id="{95EB6EFD-9114-44EA-B03E-96C722B1A025}"/>
              </a:ext>
            </a:extLst>
          </p:cNvPr>
          <p:cNvSpPr>
            <a:spLocks xmlns:a="http://schemas.openxmlformats.org/drawingml/2006/main" noGrp="1"/>
          </p:cNvSpPr>
          <p:nvPr/>
        </p:nvSpPr>
        <p:spPr>
          <a:xfrm xmlns:a="http://schemas.openxmlformats.org/drawingml/2006/main">
            <a:off x="10953750" y="63436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86970"/>
                </a:solidFill>
              </a:defRPr>
            </a:defPPr>
          </a:lstStyle>
          <a:p xmlns:a="http://schemas.openxmlformats.org/drawingml/2006/main">
            <a:pPr>
              <a:defRPr sz="1500" b="0">
                <a:solidFill>
                  <a:srgbClr val="586970"/>
                </a:solidFill>
              </a:defRPr>
            </a:pPr>
            <a:r>
              <a:rPr sz="1500" b="0">
                <a:solidFill>
                  <a:srgbClr val="586970"/>
                </a:solidFill>
                <a:latin typeface="Pretendard"/>
                <a:ea typeface="Pretendard"/>
                <a:cs typeface="Pretendard"/>
              </a:rPr>
              <a:t>4 / 10</a:t>
            </a:r>
          </a:p>
        </p:txBody>
      </p:sp>
      <p:sp>
        <p:nvSpPr>
          <p:cNvPr id="4" name="">
            <a:extLst xmlns:a="http://schemas.openxmlformats.org/drawingml/2006/main">
              <a:ext uri="{FF2B5EF4-FFF2-40B4-BE49-F238E27FC236}">
                <a16:creationId xmlns:a16="http://schemas.microsoft.com/office/drawing/2014/main" id="{BAE3AE0F-4922-46F8-9273-FB79F9CDF163}"/>
              </a:ext>
            </a:extLst>
          </p:cNvPr>
          <p:cNvSpPr>
            <a:spLocks xmlns:a="http://schemas.openxmlformats.org/drawingml/2006/main" noGrp="1"/>
          </p:cNvSpPr>
          <p:nvPr/>
        </p:nvSpPr>
        <p:spPr>
          <a:xfrm xmlns:a="http://schemas.openxmlformats.org/drawingml/2006/main">
            <a:off x="609600" y="2276475"/>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3F706F"/>
                </a:solidFill>
              </a:defRPr>
            </a:defPPr>
          </a:lstStyle>
          <a:p xmlns:a="http://schemas.openxmlformats.org/drawingml/2006/main">
            <a:pPr>
              <a:defRPr sz="2850" b="1">
                <a:solidFill>
                  <a:srgbClr val="3F706F"/>
                </a:solidFill>
              </a:defRPr>
            </a:pPr>
            <a:r>
              <a:rPr sz="2850" b="1">
                <a:solidFill>
                  <a:srgbClr val="3F706F"/>
                </a:solidFill>
                <a:latin typeface="Pretendard"/>
                <a:ea typeface="Pretendard"/>
                <a:cs typeface="Pretendard"/>
              </a:rPr>
              <a:t>현지어 리뷰로 찾기</a:t>
            </a:r>
          </a:p>
        </p:txBody>
      </p:sp>
      <p:sp>
        <p:nvSpPr>
          <p:cNvPr id="5" name="">
            <a:extLst xmlns:a="http://schemas.openxmlformats.org/drawingml/2006/main">
              <a:ext uri="{FF2B5EF4-FFF2-40B4-BE49-F238E27FC236}">
                <a16:creationId xmlns:a16="http://schemas.microsoft.com/office/drawing/2014/main" id="{E98E2302-3F66-48F2-B56D-8344EDAEA039}"/>
              </a:ext>
            </a:extLst>
          </p:cNvPr>
          <p:cNvSpPr>
            <a:spLocks xmlns:a="http://schemas.openxmlformats.org/drawingml/2006/main" noGrp="1"/>
          </p:cNvSpPr>
          <p:nvPr/>
        </p:nvSpPr>
        <p:spPr>
          <a:xfrm xmlns:a="http://schemas.openxmlformats.org/drawingml/2006/main">
            <a:off x="609600" y="3200400"/>
            <a:ext cx="50006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202C31"/>
                </a:solidFill>
              </a:defRPr>
            </a:defPPr>
          </a:lstStyle>
          <a:p xmlns:a="http://schemas.openxmlformats.org/drawingml/2006/main">
            <a:pPr>
              <a:defRPr sz="2325" b="0">
                <a:solidFill>
                  <a:srgbClr val="202C31"/>
                </a:solidFill>
              </a:defRPr>
            </a:pPr>
            <a:r>
              <a:rPr sz="2325" b="0">
                <a:solidFill>
                  <a:srgbClr val="202C31"/>
                </a:solidFill>
                <a:latin typeface="Pretendard"/>
                <a:ea typeface="Pretendard"/>
                <a:cs typeface="Pretendard"/>
              </a:rPr>
              <a:t>관측한 원문 언어</a:t>
            </a:r>
            <a:br>
              <a:rPr sz="2325" b="0">
                <a:solidFill>
                  <a:srgbClr val="202C31"/>
                </a:solidFill>
                <a:latin typeface="Pretendard"/>
                <a:ea typeface="Pretendard"/>
                <a:cs typeface="Pretendard"/>
              </a:rPr>
            </a:br>
            <a:r>
              <a:rPr sz="2325" b="0">
                <a:solidFill>
                  <a:srgbClr val="202C31"/>
                </a:solidFill>
                <a:latin typeface="Pretendard"/>
                <a:ea typeface="Pretendard"/>
                <a:cs typeface="Pretendard"/>
              </a:rPr>
              <a:t>현지어와 한국어의 구성</a:t>
            </a:r>
            <a:br>
              <a:rPr sz="2325" b="0">
                <a:solidFill>
                  <a:srgbClr val="202C31"/>
                </a:solidFill>
                <a:latin typeface="Pretendard"/>
                <a:ea typeface="Pretendard"/>
                <a:cs typeface="Pretendard"/>
              </a:rPr>
            </a:br>
            <a:r>
              <a:rPr sz="2325" b="0">
                <a:solidFill>
                  <a:srgbClr val="202C31"/>
                </a:solidFill>
                <a:latin typeface="Pretendard"/>
                <a:ea typeface="Pretendard"/>
                <a:cs typeface="Pretendard"/>
              </a:rPr>
              <a:t>미판별 리뷰까지 함께 확인</a:t>
            </a:r>
          </a:p>
        </p:txBody>
      </p:sp>
      <p:sp>
        <p:nvSpPr>
          <p:cNvPr id="6" name="">
            <a:extLst xmlns:a="http://schemas.openxmlformats.org/drawingml/2006/main">
              <a:ext uri="{FF2B5EF4-FFF2-40B4-BE49-F238E27FC236}">
                <a16:creationId xmlns:a16="http://schemas.microsoft.com/office/drawing/2014/main" id="{F149B5A3-B1D7-4BBD-92F3-BEBFE8D6A122}"/>
              </a:ext>
            </a:extLst>
          </p:cNvPr>
          <p:cNvSpPr>
            <a:spLocks xmlns:a="http://schemas.openxmlformats.org/drawingml/2006/main" noGrp="1"/>
          </p:cNvSpPr>
          <p:nvPr/>
        </p:nvSpPr>
        <p:spPr>
          <a:xfrm xmlns:a="http://schemas.openxmlformats.org/drawingml/2006/main">
            <a:off x="6419850" y="2276475"/>
            <a:ext cx="5162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25485A"/>
                </a:solidFill>
              </a:defRPr>
            </a:defPPr>
          </a:lstStyle>
          <a:p xmlns:a="http://schemas.openxmlformats.org/drawingml/2006/main">
            <a:pPr>
              <a:defRPr sz="2850" b="1">
                <a:solidFill>
                  <a:srgbClr val="25485A"/>
                </a:solidFill>
              </a:defRPr>
            </a:pPr>
            <a:r>
              <a:rPr sz="2850" b="1">
                <a:solidFill>
                  <a:srgbClr val="25485A"/>
                </a:solidFill>
                <a:latin typeface="Pretendard"/>
                <a:ea typeface="Pretendard"/>
                <a:cs typeface="Pretendard"/>
              </a:rPr>
              <a:t>유명한 곳</a:t>
            </a:r>
          </a:p>
        </p:txBody>
      </p:sp>
      <p:sp>
        <p:nvSpPr>
          <p:cNvPr id="7" name="">
            <a:extLst xmlns:a="http://schemas.openxmlformats.org/drawingml/2006/main">
              <a:ext uri="{FF2B5EF4-FFF2-40B4-BE49-F238E27FC236}">
                <a16:creationId xmlns:a16="http://schemas.microsoft.com/office/drawing/2014/main" id="{D95087A2-F8CE-45FD-AC07-0082A3F11519}"/>
              </a:ext>
            </a:extLst>
          </p:cNvPr>
          <p:cNvSpPr>
            <a:spLocks xmlns:a="http://schemas.openxmlformats.org/drawingml/2006/main" noGrp="1"/>
          </p:cNvSpPr>
          <p:nvPr/>
        </p:nvSpPr>
        <p:spPr>
          <a:xfrm xmlns:a="http://schemas.openxmlformats.org/drawingml/2006/main">
            <a:off x="6419850" y="3200400"/>
            <a:ext cx="50006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202C31"/>
                </a:solidFill>
              </a:defRPr>
            </a:defPPr>
          </a:lstStyle>
          <a:p xmlns:a="http://schemas.openxmlformats.org/drawingml/2006/main">
            <a:pPr>
              <a:defRPr sz="2325" b="0">
                <a:solidFill>
                  <a:srgbClr val="202C31"/>
                </a:solidFill>
              </a:defRPr>
            </a:pPr>
            <a:r>
              <a:rPr sz="2325" b="0">
                <a:solidFill>
                  <a:srgbClr val="202C31"/>
                </a:solidFill>
                <a:latin typeface="Pretendard"/>
                <a:ea typeface="Pretendard"/>
                <a:cs typeface="Pretendard"/>
              </a:rPr>
              <a:t>공식 대표성</a:t>
            </a:r>
            <a:br>
              <a:rPr sz="2325" b="0">
                <a:solidFill>
                  <a:srgbClr val="202C31"/>
                </a:solidFill>
                <a:latin typeface="Pretendard"/>
                <a:ea typeface="Pretendard"/>
                <a:cs typeface="Pretendard"/>
              </a:rPr>
            </a:br>
            <a:r>
              <a:rPr sz="2325" b="0">
                <a:solidFill>
                  <a:srgbClr val="202C31"/>
                </a:solidFill>
                <a:latin typeface="Pretendard"/>
                <a:ea typeface="Pretendard"/>
                <a:cs typeface="Pretendard"/>
              </a:rPr>
              <a:t>동일 플랫폼의 평가 규모</a:t>
            </a:r>
            <a:br>
              <a:rPr sz="2325" b="0">
                <a:solidFill>
                  <a:srgbClr val="202C31"/>
                </a:solidFill>
                <a:latin typeface="Pretendard"/>
                <a:ea typeface="Pretendard"/>
                <a:cs typeface="Pretendard"/>
              </a:rPr>
            </a:br>
            <a:r>
              <a:rPr sz="2325" b="0">
                <a:solidFill>
                  <a:srgbClr val="202C31"/>
                </a:solidFill>
                <a:latin typeface="Pretendard"/>
                <a:ea typeface="Pretendard"/>
                <a:cs typeface="Pretendard"/>
              </a:rPr>
              <a:t>편집 자료에서 소개한 이유</a:t>
            </a:r>
          </a:p>
        </p:txBody>
      </p:sp>
      <p:sp>
        <p:nvSpPr>
          <p:cNvPr id="8" name="">
            <a:extLst xmlns:a="http://schemas.openxmlformats.org/drawingml/2006/main">
              <a:ext uri="{FF2B5EF4-FFF2-40B4-BE49-F238E27FC236}">
                <a16:creationId xmlns:a16="http://schemas.microsoft.com/office/drawing/2014/main" id="{07F6E29C-034B-4351-BE24-0CB91306E722}"/>
              </a:ext>
            </a:extLst>
          </p:cNvPr>
          <p:cNvSpPr>
            <a:spLocks xmlns:a="http://schemas.openxmlformats.org/drawingml/2006/main" noGrp="1"/>
          </p:cNvSpPr>
          <p:nvPr/>
        </p:nvSpPr>
        <p:spPr>
          <a:xfrm xmlns:a="http://schemas.openxmlformats.org/drawingml/2006/main">
            <a:off x="609600" y="54864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586970"/>
                </a:solidFill>
              </a:defRPr>
            </a:defPPr>
          </a:lstStyle>
          <a:p xmlns:a="http://schemas.openxmlformats.org/drawingml/2006/main">
            <a:pPr>
              <a:defRPr sz="2175" b="0">
                <a:solidFill>
                  <a:srgbClr val="586970"/>
                </a:solidFill>
              </a:defRPr>
            </a:pPr>
            <a:r>
              <a:rPr sz="2175" b="0">
                <a:solidFill>
                  <a:srgbClr val="586970"/>
                </a:solidFill>
                <a:latin typeface="Pretendard"/>
                <a:ea typeface="Pretendard"/>
                <a:cs typeface="Pretendard"/>
              </a:rPr>
              <a:t>음식점 · 카페 · 볼거리는 따로 선택합니다</a:t>
            </a:r>
          </a:p>
        </p:txBody>
      </p:sp>
    </p:spTree>
    <p:extLst>
      <p:ext uri="{BB962C8B-B14F-4D97-AF65-F5344CB8AC3E}">
        <p14:creationId xmlns:p14="http://schemas.microsoft.com/office/powerpoint/2010/main" val="1599887618"/>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3FC4829-69D4-43F7-B0E9-86BC0F7303EA}"/>
              </a:ext>
            </a:extLst>
          </p:cNvPr>
          <p:cNvSpPr>
            <a:spLocks xmlns:a="http://schemas.openxmlformats.org/drawingml/2006/main" noGrp="1"/>
          </p:cNvSpPr>
          <p:nvPr/>
        </p:nvSpPr>
        <p:spPr>
          <a:xfrm xmlns:a="http://schemas.openxmlformats.org/drawingml/2006/main">
            <a:off x="609600" y="50482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5485A"/>
                </a:solidFill>
              </a:defRPr>
            </a:defPPr>
          </a:lstStyle>
          <a:p xmlns:a="http://schemas.openxmlformats.org/drawingml/2006/main">
            <a:pPr>
              <a:defRPr sz="3300" b="1">
                <a:solidFill>
                  <a:srgbClr val="25485A"/>
                </a:solidFill>
              </a:defRPr>
            </a:pPr>
            <a:r>
              <a:rPr sz="3300" b="1">
                <a:solidFill>
                  <a:srgbClr val="25485A"/>
                </a:solidFill>
                <a:latin typeface="Pretendard"/>
                <a:ea typeface="Pretendard"/>
                <a:cs typeface="Pretendard"/>
              </a:rPr>
              <a:t>리뷰 숫자를 해석하는 방법</a:t>
            </a:r>
          </a:p>
        </p:txBody>
      </p:sp>
      <p:sp>
        <p:nvSpPr>
          <p:cNvPr id="2" name="">
            <a:extLst xmlns:a="http://schemas.openxmlformats.org/drawingml/2006/main">
              <a:ext uri="{FF2B5EF4-FFF2-40B4-BE49-F238E27FC236}">
                <a16:creationId xmlns:a16="http://schemas.microsoft.com/office/drawing/2014/main" id="{35336657-9FBA-481F-AB0B-C6D67DF7D7B9}"/>
              </a:ext>
            </a:extLst>
          </p:cNvPr>
          <p:cNvSpPr>
            <a:spLocks xmlns:a="http://schemas.openxmlformats.org/drawingml/2006/main" noGrp="1"/>
          </p:cNvSpPr>
          <p:nvPr/>
        </p:nvSpPr>
        <p:spPr>
          <a:xfrm xmlns:a="http://schemas.openxmlformats.org/drawingml/2006/main">
            <a:off x="609600" y="12287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86970"/>
                </a:solidFill>
              </a:defRPr>
            </a:defPPr>
          </a:lstStyle>
          <a:p xmlns:a="http://schemas.openxmlformats.org/drawingml/2006/main">
            <a:pPr>
              <a:defRPr sz="2025" b="0">
                <a:solidFill>
                  <a:srgbClr val="586970"/>
                </a:solidFill>
              </a:defRPr>
            </a:pPr>
            <a:r>
              <a:rPr sz="2025" b="0">
                <a:solidFill>
                  <a:srgbClr val="586970"/>
                </a:solidFill>
                <a:latin typeface="Pretendard"/>
                <a:ea typeface="Pretendard"/>
                <a:cs typeface="Pretendard"/>
              </a:rPr>
              <a:t>관측한 200건으로 계산한 합성 예시</a:t>
            </a:r>
          </a:p>
        </p:txBody>
      </p:sp>
      <p:sp>
        <p:nvSpPr>
          <p:cNvPr id="3" name="">
            <a:extLst xmlns:a="http://schemas.openxmlformats.org/drawingml/2006/main">
              <a:ext uri="{FF2B5EF4-FFF2-40B4-BE49-F238E27FC236}">
                <a16:creationId xmlns:a16="http://schemas.microsoft.com/office/drawing/2014/main" id="{7A692081-8AF8-4979-93B1-A146BCC1F0DB}"/>
              </a:ext>
            </a:extLst>
          </p:cNvPr>
          <p:cNvSpPr>
            <a:spLocks xmlns:a="http://schemas.openxmlformats.org/drawingml/2006/main" noGrp="1"/>
          </p:cNvSpPr>
          <p:nvPr/>
        </p:nvSpPr>
        <p:spPr>
          <a:xfrm xmlns:a="http://schemas.openxmlformats.org/drawingml/2006/main">
            <a:off x="10953750" y="63436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86970"/>
                </a:solidFill>
              </a:defRPr>
            </a:defPPr>
          </a:lstStyle>
          <a:p xmlns:a="http://schemas.openxmlformats.org/drawingml/2006/main">
            <a:pPr>
              <a:defRPr sz="1500" b="0">
                <a:solidFill>
                  <a:srgbClr val="586970"/>
                </a:solidFill>
              </a:defRPr>
            </a:pPr>
            <a:r>
              <a:rPr sz="1500" b="0">
                <a:solidFill>
                  <a:srgbClr val="586970"/>
                </a:solidFill>
                <a:latin typeface="Pretendard"/>
                <a:ea typeface="Pretendard"/>
                <a:cs typeface="Pretendard"/>
              </a:rPr>
              <a:t>5 / 10</a:t>
            </a:r>
          </a:p>
        </p:txBody>
      </p:sp>
      <p:sp>
        <p:nvSpPr>
          <p:cNvPr id="4" name="">
            <a:extLst xmlns:a="http://schemas.openxmlformats.org/drawingml/2006/main">
              <a:ext uri="{FF2B5EF4-FFF2-40B4-BE49-F238E27FC236}">
                <a16:creationId xmlns:a16="http://schemas.microsoft.com/office/drawing/2014/main" id="{3930265B-A2B8-45C6-B2A9-7230A8E6BD61}"/>
              </a:ext>
            </a:extLst>
          </p:cNvPr>
          <p:cNvSpPr>
            <a:spLocks xmlns:a="http://schemas.openxmlformats.org/drawingml/2006/main" noGrp="1"/>
          </p:cNvSpPr>
          <p:nvPr/>
        </p:nvSpPr>
        <p:spPr>
          <a:xfrm xmlns:a="http://schemas.openxmlformats.org/drawingml/2006/main">
            <a:off x="609600" y="20574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86970"/>
                </a:solidFill>
              </a:defRPr>
            </a:defPPr>
          </a:lstStyle>
          <a:p xmlns:a="http://schemas.openxmlformats.org/drawingml/2006/main">
            <a:pPr>
              <a:defRPr sz="2100" b="0">
                <a:solidFill>
                  <a:srgbClr val="586970"/>
                </a:solidFill>
              </a:defRPr>
            </a:pPr>
            <a:r>
              <a:rPr sz="2100" b="0">
                <a:solidFill>
                  <a:srgbClr val="586970"/>
                </a:solidFill>
                <a:latin typeface="Pretendard"/>
                <a:ea typeface="Pretendard"/>
                <a:cs typeface="Pretendard"/>
              </a:rPr>
              <a:t>현지어 보수적 하한</a:t>
            </a:r>
          </a:p>
        </p:txBody>
      </p:sp>
      <p:sp>
        <p:nvSpPr>
          <p:cNvPr id="5" name="">
            <a:extLst xmlns:a="http://schemas.openxmlformats.org/drawingml/2006/main">
              <a:ext uri="{FF2B5EF4-FFF2-40B4-BE49-F238E27FC236}">
                <a16:creationId xmlns:a16="http://schemas.microsoft.com/office/drawing/2014/main" id="{A3C5982A-DC11-4E4E-929D-FF2F8C1D992B}"/>
              </a:ext>
            </a:extLst>
          </p:cNvPr>
          <p:cNvSpPr>
            <a:spLocks xmlns:a="http://schemas.openxmlformats.org/drawingml/2006/main" noGrp="1"/>
          </p:cNvSpPr>
          <p:nvPr/>
        </p:nvSpPr>
        <p:spPr>
          <a:xfrm xmlns:a="http://schemas.openxmlformats.org/drawingml/2006/main">
            <a:off x="609600" y="2581275"/>
            <a:ext cx="5143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500" b="1">
                <a:solidFill>
                  <a:srgbClr val="3F706F"/>
                </a:solidFill>
              </a:defRPr>
            </a:defPPr>
          </a:lstStyle>
          <a:p xmlns:a="http://schemas.openxmlformats.org/drawingml/2006/main">
            <a:pPr>
              <a:defRPr sz="7500" b="1">
                <a:solidFill>
                  <a:srgbClr val="3F706F"/>
                </a:solidFill>
              </a:defRPr>
            </a:pPr>
            <a:r>
              <a:rPr sz="7500" b="1">
                <a:solidFill>
                  <a:srgbClr val="3F706F"/>
                </a:solidFill>
                <a:latin typeface="Pretendard"/>
                <a:ea typeface="Pretendard"/>
                <a:cs typeface="Pretendard"/>
              </a:rPr>
              <a:t>75%</a:t>
            </a:r>
          </a:p>
        </p:txBody>
      </p:sp>
      <p:sp>
        <p:nvSpPr>
          <p:cNvPr id="6" name="">
            <a:extLst xmlns:a="http://schemas.openxmlformats.org/drawingml/2006/main">
              <a:ext uri="{FF2B5EF4-FFF2-40B4-BE49-F238E27FC236}">
                <a16:creationId xmlns:a16="http://schemas.microsoft.com/office/drawing/2014/main" id="{7C82B675-A42F-4BA0-8E6A-8AC82FB6907D}"/>
              </a:ext>
            </a:extLst>
          </p:cNvPr>
          <p:cNvSpPr>
            <a:spLocks xmlns:a="http://schemas.openxmlformats.org/drawingml/2006/main" noGrp="1"/>
          </p:cNvSpPr>
          <p:nvPr/>
        </p:nvSpPr>
        <p:spPr>
          <a:xfrm xmlns:a="http://schemas.openxmlformats.org/drawingml/2006/main">
            <a:off x="609600" y="4010025"/>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202C31"/>
                </a:solidFill>
              </a:defRPr>
            </a:defPPr>
          </a:lstStyle>
          <a:p xmlns:a="http://schemas.openxmlformats.org/drawingml/2006/main">
            <a:pPr>
              <a:defRPr sz="2400" b="0">
                <a:solidFill>
                  <a:srgbClr val="202C31"/>
                </a:solidFill>
              </a:defRPr>
            </a:pPr>
            <a:r>
              <a:rPr sz="2400" b="0">
                <a:solidFill>
                  <a:srgbClr val="202C31"/>
                </a:solidFill>
                <a:latin typeface="Pretendard"/>
                <a:ea typeface="Pretendard"/>
                <a:cs typeface="Pretendard"/>
              </a:rPr>
              <a:t>150 / 본문 200</a:t>
            </a:r>
          </a:p>
        </p:txBody>
      </p:sp>
      <p:sp>
        <p:nvSpPr>
          <p:cNvPr id="7" name="">
            <a:extLst xmlns:a="http://schemas.openxmlformats.org/drawingml/2006/main">
              <a:ext uri="{FF2B5EF4-FFF2-40B4-BE49-F238E27FC236}">
                <a16:creationId xmlns:a16="http://schemas.microsoft.com/office/drawing/2014/main" id="{25AE8488-D3A3-456F-9703-F6444BD268D3}"/>
              </a:ext>
            </a:extLst>
          </p:cNvPr>
          <p:cNvSpPr>
            <a:spLocks xmlns:a="http://schemas.openxmlformats.org/drawingml/2006/main" noGrp="1"/>
          </p:cNvSpPr>
          <p:nvPr/>
        </p:nvSpPr>
        <p:spPr>
          <a:xfrm xmlns:a="http://schemas.openxmlformats.org/drawingml/2006/main">
            <a:off x="6419850" y="20574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86970"/>
                </a:solidFill>
              </a:defRPr>
            </a:defPPr>
          </a:lstStyle>
          <a:p xmlns:a="http://schemas.openxmlformats.org/drawingml/2006/main">
            <a:pPr>
              <a:defRPr sz="2100" b="0">
                <a:solidFill>
                  <a:srgbClr val="586970"/>
                </a:solidFill>
              </a:defRPr>
            </a:pPr>
            <a:r>
              <a:rPr sz="2100" b="0">
                <a:solidFill>
                  <a:srgbClr val="586970"/>
                </a:solidFill>
                <a:latin typeface="Pretendard"/>
                <a:ea typeface="Pretendard"/>
                <a:cs typeface="Pretendard"/>
              </a:rPr>
              <a:t>한국어 보수적 상한</a:t>
            </a:r>
          </a:p>
        </p:txBody>
      </p:sp>
      <p:sp>
        <p:nvSpPr>
          <p:cNvPr id="8" name="">
            <a:extLst xmlns:a="http://schemas.openxmlformats.org/drawingml/2006/main">
              <a:ext uri="{FF2B5EF4-FFF2-40B4-BE49-F238E27FC236}">
                <a16:creationId xmlns:a16="http://schemas.microsoft.com/office/drawing/2014/main" id="{2B55E22B-6B5E-4D1D-902D-C3CA9ECEDF2E}"/>
              </a:ext>
            </a:extLst>
          </p:cNvPr>
          <p:cNvSpPr>
            <a:spLocks xmlns:a="http://schemas.openxmlformats.org/drawingml/2006/main" noGrp="1"/>
          </p:cNvSpPr>
          <p:nvPr/>
        </p:nvSpPr>
        <p:spPr>
          <a:xfrm xmlns:a="http://schemas.openxmlformats.org/drawingml/2006/main">
            <a:off x="6419850" y="2581275"/>
            <a:ext cx="5143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500" b="1">
                <a:solidFill>
                  <a:srgbClr val="996D50"/>
                </a:solidFill>
              </a:defRPr>
            </a:defPPr>
          </a:lstStyle>
          <a:p xmlns:a="http://schemas.openxmlformats.org/drawingml/2006/main">
            <a:pPr>
              <a:defRPr sz="7500" b="1">
                <a:solidFill>
                  <a:srgbClr val="996D50"/>
                </a:solidFill>
              </a:defRPr>
            </a:pPr>
            <a:r>
              <a:rPr sz="7500" b="1">
                <a:solidFill>
                  <a:srgbClr val="996D50"/>
                </a:solidFill>
                <a:latin typeface="Pretendard"/>
                <a:ea typeface="Pretendard"/>
                <a:cs typeface="Pretendard"/>
              </a:rPr>
              <a:t>7%</a:t>
            </a:r>
          </a:p>
        </p:txBody>
      </p:sp>
      <p:sp>
        <p:nvSpPr>
          <p:cNvPr id="9" name="">
            <a:extLst xmlns:a="http://schemas.openxmlformats.org/drawingml/2006/main">
              <a:ext uri="{FF2B5EF4-FFF2-40B4-BE49-F238E27FC236}">
                <a16:creationId xmlns:a16="http://schemas.microsoft.com/office/drawing/2014/main" id="{549408E9-CF6D-43C8-9D21-B851BB444AD2}"/>
              </a:ext>
            </a:extLst>
          </p:cNvPr>
          <p:cNvSpPr>
            <a:spLocks xmlns:a="http://schemas.openxmlformats.org/drawingml/2006/main" noGrp="1"/>
          </p:cNvSpPr>
          <p:nvPr/>
        </p:nvSpPr>
        <p:spPr>
          <a:xfrm xmlns:a="http://schemas.openxmlformats.org/drawingml/2006/main">
            <a:off x="6419850" y="4010025"/>
            <a:ext cx="5162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202C31"/>
                </a:solidFill>
              </a:defRPr>
            </a:defPPr>
          </a:lstStyle>
          <a:p xmlns:a="http://schemas.openxmlformats.org/drawingml/2006/main">
            <a:pPr>
              <a:defRPr sz="2250" b="0">
                <a:solidFill>
                  <a:srgbClr val="202C31"/>
                </a:solidFill>
              </a:defRPr>
            </a:pPr>
            <a:r>
              <a:rPr sz="2250" b="0">
                <a:solidFill>
                  <a:srgbClr val="202C31"/>
                </a:solidFill>
                <a:latin typeface="Pretendard"/>
                <a:ea typeface="Pretendard"/>
                <a:cs typeface="Pretendard"/>
              </a:rPr>
              <a:t>(4 + 미판별 10) / 본문 200</a:t>
            </a:r>
          </a:p>
        </p:txBody>
      </p:sp>
      <p:sp>
        <p:nvSpPr>
          <p:cNvPr id="10" name="">
            <a:extLst xmlns:a="http://schemas.openxmlformats.org/drawingml/2006/main">
              <a:ext uri="{FF2B5EF4-FFF2-40B4-BE49-F238E27FC236}">
                <a16:creationId xmlns:a16="http://schemas.microsoft.com/office/drawing/2014/main" id="{9F8FD1C1-0074-4268-B6CB-36C4A2E36F00}"/>
              </a:ext>
            </a:extLst>
          </p:cNvPr>
          <p:cNvSpPr>
            <a:spLocks xmlns:a="http://schemas.openxmlformats.org/drawingml/2006/main" noGrp="1"/>
          </p:cNvSpPr>
          <p:nvPr/>
        </p:nvSpPr>
        <p:spPr>
          <a:xfrm xmlns:a="http://schemas.openxmlformats.org/drawingml/2006/main">
            <a:off x="609600" y="5019675"/>
            <a:ext cx="1095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86970"/>
                </a:solidFill>
              </a:defRPr>
            </a:defPPr>
          </a:lstStyle>
          <a:p xmlns:a="http://schemas.openxmlformats.org/drawingml/2006/main">
            <a:pPr>
              <a:defRPr sz="2025" b="0">
                <a:solidFill>
                  <a:srgbClr val="586970"/>
                </a:solidFill>
              </a:defRPr>
            </a:pPr>
            <a:r>
              <a:rPr sz="2025" b="0">
                <a:solidFill>
                  <a:srgbClr val="586970"/>
                </a:solidFill>
                <a:latin typeface="Pretendard"/>
                <a:ea typeface="Pretendard"/>
                <a:cs typeface="Pretendard"/>
              </a:rPr>
              <a:t>판별 190건 기준 표시 비율은 현지어 78.9%, 한국어 2.1%</a:t>
            </a:r>
          </a:p>
        </p:txBody>
      </p:sp>
      <p:sp>
        <p:nvSpPr>
          <p:cNvPr id="11" name="">
            <a:extLst xmlns:a="http://schemas.openxmlformats.org/drawingml/2006/main">
              <a:ext uri="{FF2B5EF4-FFF2-40B4-BE49-F238E27FC236}">
                <a16:creationId xmlns:a16="http://schemas.microsoft.com/office/drawing/2014/main" id="{B5F70353-51E9-4AE5-BC5E-AB89E75A3EE4}"/>
              </a:ext>
            </a:extLst>
          </p:cNvPr>
          <p:cNvSpPr>
            <a:spLocks xmlns:a="http://schemas.openxmlformats.org/drawingml/2006/main" noGrp="1"/>
          </p:cNvSpPr>
          <p:nvPr/>
        </p:nvSpPr>
        <p:spPr>
          <a:xfrm xmlns:a="http://schemas.openxmlformats.org/drawingml/2006/main">
            <a:off x="609600" y="57531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86970"/>
                </a:solidFill>
              </a:defRPr>
            </a:defPPr>
          </a:lstStyle>
          <a:p xmlns:a="http://schemas.openxmlformats.org/drawingml/2006/main">
            <a:pPr>
              <a:defRPr sz="1800" b="0">
                <a:solidFill>
                  <a:srgbClr val="586970"/>
                </a:solidFill>
              </a:defRPr>
            </a:pPr>
            <a:r>
              <a:rPr sz="1800" b="0">
                <a:solidFill>
                  <a:srgbClr val="586970"/>
                </a:solidFill>
                <a:latin typeface="Pretendard"/>
                <a:ea typeface="Pretendard"/>
                <a:cs typeface="Pretendard"/>
              </a:rPr>
              <a:t>합성 계산 예시이며 주민 비율·통계적 신뢰구간이 아닙니다</a:t>
            </a:r>
          </a:p>
        </p:txBody>
      </p:sp>
    </p:spTree>
    <p:extLst>
      <p:ext uri="{BB962C8B-B14F-4D97-AF65-F5344CB8AC3E}">
        <p14:creationId xmlns:p14="http://schemas.microsoft.com/office/powerpoint/2010/main" val="1405067471"/>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D1C8B5B-67AF-473D-9955-513115FDA40D}"/>
              </a:ext>
            </a:extLst>
          </p:cNvPr>
          <p:cNvSpPr>
            <a:spLocks xmlns:a="http://schemas.openxmlformats.org/drawingml/2006/main" noGrp="1"/>
          </p:cNvSpPr>
          <p:nvPr/>
        </p:nvSpPr>
        <p:spPr>
          <a:xfrm xmlns:a="http://schemas.openxmlformats.org/drawingml/2006/main">
            <a:off x="609600" y="50482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5485A"/>
                </a:solidFill>
              </a:defRPr>
            </a:defPPr>
          </a:lstStyle>
          <a:p xmlns:a="http://schemas.openxmlformats.org/drawingml/2006/main">
            <a:pPr>
              <a:defRPr sz="3300" b="1">
                <a:solidFill>
                  <a:srgbClr val="25485A"/>
                </a:solidFill>
              </a:defRPr>
            </a:pPr>
            <a:r>
              <a:rPr sz="3300" b="1">
                <a:solidFill>
                  <a:srgbClr val="25485A"/>
                </a:solidFill>
                <a:latin typeface="Pretendard"/>
                <a:ea typeface="Pretendard"/>
                <a:cs typeface="Pretendard"/>
              </a:rPr>
              <a:t>추천은 근거를 먼저 검사합니다</a:t>
            </a:r>
          </a:p>
        </p:txBody>
      </p:sp>
      <p:sp>
        <p:nvSpPr>
          <p:cNvPr id="2" name="">
            <a:extLst xmlns:a="http://schemas.openxmlformats.org/drawingml/2006/main">
              <a:ext uri="{FF2B5EF4-FFF2-40B4-BE49-F238E27FC236}">
                <a16:creationId xmlns:a16="http://schemas.microsoft.com/office/drawing/2014/main" id="{9EB433EF-9910-440A-919C-9EBB4D76B3D9}"/>
              </a:ext>
            </a:extLst>
          </p:cNvPr>
          <p:cNvSpPr>
            <a:spLocks xmlns:a="http://schemas.openxmlformats.org/drawingml/2006/main" noGrp="1"/>
          </p:cNvSpPr>
          <p:nvPr/>
        </p:nvSpPr>
        <p:spPr>
          <a:xfrm xmlns:a="http://schemas.openxmlformats.org/drawingml/2006/main">
            <a:off x="609600" y="12287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86970"/>
                </a:solidFill>
              </a:defRPr>
            </a:defPPr>
          </a:lstStyle>
          <a:p xmlns:a="http://schemas.openxmlformats.org/drawingml/2006/main">
            <a:pPr>
              <a:defRPr sz="2025" b="0">
                <a:solidFill>
                  <a:srgbClr val="586970"/>
                </a:solidFill>
              </a:defRPr>
            </a:pPr>
            <a:r>
              <a:rPr sz="2025" b="0">
                <a:solidFill>
                  <a:srgbClr val="586970"/>
                </a:solidFill>
                <a:latin typeface="Pretendard"/>
                <a:ea typeface="Pretendard"/>
                <a:cs typeface="Pretendard"/>
              </a:rPr>
              <a:t>취향과 예산을 비워도 기본 추천을 시작합니다</a:t>
            </a:r>
          </a:p>
        </p:txBody>
      </p:sp>
      <p:sp>
        <p:nvSpPr>
          <p:cNvPr id="3" name="">
            <a:extLst xmlns:a="http://schemas.openxmlformats.org/drawingml/2006/main">
              <a:ext uri="{FF2B5EF4-FFF2-40B4-BE49-F238E27FC236}">
                <a16:creationId xmlns:a16="http://schemas.microsoft.com/office/drawing/2014/main" id="{03411DC4-94CC-410C-B2BF-793D99E98DFE}"/>
              </a:ext>
            </a:extLst>
          </p:cNvPr>
          <p:cNvSpPr>
            <a:spLocks xmlns:a="http://schemas.openxmlformats.org/drawingml/2006/main" noGrp="1"/>
          </p:cNvSpPr>
          <p:nvPr/>
        </p:nvSpPr>
        <p:spPr>
          <a:xfrm xmlns:a="http://schemas.openxmlformats.org/drawingml/2006/main">
            <a:off x="10953750" y="63436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86970"/>
                </a:solidFill>
              </a:defRPr>
            </a:defPPr>
          </a:lstStyle>
          <a:p xmlns:a="http://schemas.openxmlformats.org/drawingml/2006/main">
            <a:pPr>
              <a:defRPr sz="1500" b="0">
                <a:solidFill>
                  <a:srgbClr val="586970"/>
                </a:solidFill>
              </a:defRPr>
            </a:pPr>
            <a:r>
              <a:rPr sz="1500" b="0">
                <a:solidFill>
                  <a:srgbClr val="586970"/>
                </a:solidFill>
                <a:latin typeface="Pretendard"/>
                <a:ea typeface="Pretendard"/>
                <a:cs typeface="Pretendard"/>
              </a:rPr>
              <a:t>6 / 10</a:t>
            </a:r>
          </a:p>
        </p:txBody>
      </p:sp>
      <p:sp>
        <p:nvSpPr>
          <p:cNvPr id="4" name="">
            <a:extLst xmlns:a="http://schemas.openxmlformats.org/drawingml/2006/main">
              <a:ext uri="{FF2B5EF4-FFF2-40B4-BE49-F238E27FC236}">
                <a16:creationId xmlns:a16="http://schemas.microsoft.com/office/drawing/2014/main" id="{8B288187-5A9E-46EF-AA6C-E52985C965FC}"/>
              </a:ext>
            </a:extLst>
          </p:cNvPr>
          <p:cNvSpPr>
            <a:spLocks xmlns:a="http://schemas.openxmlformats.org/drawingml/2006/main" noGrp="1"/>
          </p:cNvSpPr>
          <p:nvPr/>
        </p:nvSpPr>
        <p:spPr>
          <a:xfrm xmlns:a="http://schemas.openxmlformats.org/drawingml/2006/main">
            <a:off x="609600" y="2124075"/>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25485A"/>
                </a:solidFill>
              </a:defRPr>
            </a:defPPr>
          </a:lstStyle>
          <a:p xmlns:a="http://schemas.openxmlformats.org/drawingml/2006/main">
            <a:pPr>
              <a:defRPr sz="2550" b="1">
                <a:solidFill>
                  <a:srgbClr val="25485A"/>
                </a:solidFill>
              </a:defRPr>
            </a:pPr>
            <a:r>
              <a:rPr sz="2550" b="1">
                <a:solidFill>
                  <a:srgbClr val="25485A"/>
                </a:solidFill>
                <a:latin typeface="Pretendard"/>
                <a:ea typeface="Pretendard"/>
                <a:cs typeface="Pretendard"/>
              </a:rPr>
              <a:t>01  지점 연결</a:t>
            </a:r>
          </a:p>
        </p:txBody>
      </p:sp>
      <p:sp>
        <p:nvSpPr>
          <p:cNvPr id="5" name="">
            <a:extLst xmlns:a="http://schemas.openxmlformats.org/drawingml/2006/main">
              <a:ext uri="{FF2B5EF4-FFF2-40B4-BE49-F238E27FC236}">
                <a16:creationId xmlns:a16="http://schemas.microsoft.com/office/drawing/2014/main" id="{71CE75A5-88A6-4D0B-B078-FB9A66EC3D9E}"/>
              </a:ext>
            </a:extLst>
          </p:cNvPr>
          <p:cNvSpPr>
            <a:spLocks xmlns:a="http://schemas.openxmlformats.org/drawingml/2006/main" noGrp="1"/>
          </p:cNvSpPr>
          <p:nvPr/>
        </p:nvSpPr>
        <p:spPr>
          <a:xfrm xmlns:a="http://schemas.openxmlformats.org/drawingml/2006/main">
            <a:off x="4114800" y="2152650"/>
            <a:ext cx="7334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202C31"/>
                </a:solidFill>
              </a:defRPr>
            </a:defPPr>
          </a:lstStyle>
          <a:p xmlns:a="http://schemas.openxmlformats.org/drawingml/2006/main">
            <a:pPr>
              <a:defRPr sz="2250" b="0">
                <a:solidFill>
                  <a:srgbClr val="202C31"/>
                </a:solidFill>
              </a:defRPr>
            </a:pPr>
            <a:r>
              <a:rPr sz="2250" b="0">
                <a:solidFill>
                  <a:srgbClr val="202C31"/>
                </a:solidFill>
                <a:latin typeface="Pretendard"/>
                <a:ea typeface="Pretendard"/>
                <a:cs typeface="Pretendard"/>
              </a:rPr>
              <a:t>이름이 같아도 주소와 외부 ID를 대조합니다</a:t>
            </a:r>
          </a:p>
        </p:txBody>
      </p:sp>
      <p:sp>
        <p:nvSpPr>
          <p:cNvPr id="6" name="">
            <a:extLst xmlns:a="http://schemas.openxmlformats.org/drawingml/2006/main">
              <a:ext uri="{FF2B5EF4-FFF2-40B4-BE49-F238E27FC236}">
                <a16:creationId xmlns:a16="http://schemas.microsoft.com/office/drawing/2014/main" id="{1402B615-8FB7-4478-A07A-7D39513788F6}"/>
              </a:ext>
            </a:extLst>
          </p:cNvPr>
          <p:cNvSpPr>
            <a:spLocks xmlns:a="http://schemas.openxmlformats.org/drawingml/2006/main" noGrp="1"/>
          </p:cNvSpPr>
          <p:nvPr/>
        </p:nvSpPr>
        <p:spPr>
          <a:xfrm xmlns:a="http://schemas.openxmlformats.org/drawingml/2006/main">
            <a:off x="609600" y="33337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25485A"/>
                </a:solidFill>
              </a:defRPr>
            </a:defPPr>
          </a:lstStyle>
          <a:p xmlns:a="http://schemas.openxmlformats.org/drawingml/2006/main">
            <a:pPr>
              <a:defRPr sz="2550" b="1">
                <a:solidFill>
                  <a:srgbClr val="25485A"/>
                </a:solidFill>
              </a:defRPr>
            </a:pPr>
            <a:r>
              <a:rPr sz="2550" b="1">
                <a:solidFill>
                  <a:srgbClr val="25485A"/>
                </a:solidFill>
                <a:latin typeface="Pretendard"/>
                <a:ea typeface="Pretendard"/>
                <a:cs typeface="Pretendard"/>
              </a:rPr>
              <a:t>02  근거 검사</a:t>
            </a:r>
          </a:p>
        </p:txBody>
      </p:sp>
      <p:sp>
        <p:nvSpPr>
          <p:cNvPr id="7" name="">
            <a:extLst xmlns:a="http://schemas.openxmlformats.org/drawingml/2006/main">
              <a:ext uri="{FF2B5EF4-FFF2-40B4-BE49-F238E27FC236}">
                <a16:creationId xmlns:a16="http://schemas.microsoft.com/office/drawing/2014/main" id="{EC33E8AC-EF58-41E9-A577-AA2A992BE486}"/>
              </a:ext>
            </a:extLst>
          </p:cNvPr>
          <p:cNvSpPr>
            <a:spLocks xmlns:a="http://schemas.openxmlformats.org/drawingml/2006/main" noGrp="1"/>
          </p:cNvSpPr>
          <p:nvPr/>
        </p:nvSpPr>
        <p:spPr>
          <a:xfrm xmlns:a="http://schemas.openxmlformats.org/drawingml/2006/main">
            <a:off x="4114800" y="3362325"/>
            <a:ext cx="7334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202C31"/>
                </a:solidFill>
              </a:defRPr>
            </a:defPPr>
          </a:lstStyle>
          <a:p xmlns:a="http://schemas.openxmlformats.org/drawingml/2006/main">
            <a:pPr>
              <a:defRPr sz="2250" b="0">
                <a:solidFill>
                  <a:srgbClr val="202C31"/>
                </a:solidFill>
              </a:defRPr>
            </a:pPr>
            <a:r>
              <a:rPr sz="2250" b="0">
                <a:solidFill>
                  <a:srgbClr val="202C31"/>
                </a:solidFill>
                <a:latin typeface="Pretendard"/>
                <a:ea typeface="Pretendard"/>
                <a:cs typeface="Pretendard"/>
              </a:rPr>
              <a:t>권한·휴무·언어 품질의 실패를 점수로 덮지 않습니다</a:t>
            </a:r>
          </a:p>
        </p:txBody>
      </p:sp>
      <p:sp>
        <p:nvSpPr>
          <p:cNvPr id="8" name="">
            <a:extLst xmlns:a="http://schemas.openxmlformats.org/drawingml/2006/main">
              <a:ext uri="{FF2B5EF4-FFF2-40B4-BE49-F238E27FC236}">
                <a16:creationId xmlns:a16="http://schemas.microsoft.com/office/drawing/2014/main" id="{76FE3F2E-B578-4120-8A88-265B8EF619F3}"/>
              </a:ext>
            </a:extLst>
          </p:cNvPr>
          <p:cNvSpPr>
            <a:spLocks xmlns:a="http://schemas.openxmlformats.org/drawingml/2006/main" noGrp="1"/>
          </p:cNvSpPr>
          <p:nvPr/>
        </p:nvSpPr>
        <p:spPr>
          <a:xfrm xmlns:a="http://schemas.openxmlformats.org/drawingml/2006/main">
            <a:off x="609600" y="45529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25485A"/>
                </a:solidFill>
              </a:defRPr>
            </a:defPPr>
          </a:lstStyle>
          <a:p xmlns:a="http://schemas.openxmlformats.org/drawingml/2006/main">
            <a:pPr>
              <a:defRPr sz="2550" b="1">
                <a:solidFill>
                  <a:srgbClr val="25485A"/>
                </a:solidFill>
              </a:defRPr>
            </a:pPr>
            <a:r>
              <a:rPr sz="2550" b="1">
                <a:solidFill>
                  <a:srgbClr val="25485A"/>
                </a:solidFill>
                <a:latin typeface="Pretendard"/>
                <a:ea typeface="Pretendard"/>
                <a:cs typeface="Pretendard"/>
              </a:rPr>
              <a:t>03  규칙 정렬</a:t>
            </a:r>
          </a:p>
        </p:txBody>
      </p:sp>
      <p:sp>
        <p:nvSpPr>
          <p:cNvPr id="9" name="">
            <a:extLst xmlns:a="http://schemas.openxmlformats.org/drawingml/2006/main">
              <a:ext uri="{FF2B5EF4-FFF2-40B4-BE49-F238E27FC236}">
                <a16:creationId xmlns:a16="http://schemas.microsoft.com/office/drawing/2014/main" id="{7C149D60-94EB-4917-BC39-EF931E2695C2}"/>
              </a:ext>
            </a:extLst>
          </p:cNvPr>
          <p:cNvSpPr>
            <a:spLocks xmlns:a="http://schemas.openxmlformats.org/drawingml/2006/main" noGrp="1"/>
          </p:cNvSpPr>
          <p:nvPr/>
        </p:nvSpPr>
        <p:spPr>
          <a:xfrm xmlns:a="http://schemas.openxmlformats.org/drawingml/2006/main">
            <a:off x="4114800" y="4581525"/>
            <a:ext cx="7334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202C31"/>
                </a:solidFill>
              </a:defRPr>
            </a:defPPr>
          </a:lstStyle>
          <a:p xmlns:a="http://schemas.openxmlformats.org/drawingml/2006/main">
            <a:pPr>
              <a:defRPr sz="2250" b="0">
                <a:solidFill>
                  <a:srgbClr val="202C31"/>
                </a:solidFill>
              </a:defRPr>
            </a:pPr>
            <a:r>
              <a:rPr sz="2250" b="0">
                <a:solidFill>
                  <a:srgbClr val="202C31"/>
                </a:solidFill>
                <a:latin typeface="Pretendard"/>
                <a:ea typeface="Pretendard"/>
                <a:cs typeface="Pretendard"/>
              </a:rPr>
              <a:t>선호를 비워 두면 일반 모델로 시작합니다</a:t>
            </a:r>
          </a:p>
        </p:txBody>
      </p:sp>
      <p:sp>
        <p:nvSpPr>
          <p:cNvPr id="10" name="">
            <a:extLst xmlns:a="http://schemas.openxmlformats.org/drawingml/2006/main">
              <a:ext uri="{FF2B5EF4-FFF2-40B4-BE49-F238E27FC236}">
                <a16:creationId xmlns:a16="http://schemas.microsoft.com/office/drawing/2014/main" id="{E7A7EFC2-2306-4E7A-B72F-51E235C6D999}"/>
              </a:ext>
            </a:extLst>
          </p:cNvPr>
          <p:cNvSpPr>
            <a:spLocks xmlns:a="http://schemas.openxmlformats.org/drawingml/2006/main" noGrp="1"/>
          </p:cNvSpPr>
          <p:nvPr/>
        </p:nvSpPr>
        <p:spPr>
          <a:xfrm xmlns:a="http://schemas.openxmlformats.org/drawingml/2006/main">
            <a:off x="609600" y="59817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86970"/>
                </a:solidFill>
              </a:defRPr>
            </a:defPPr>
          </a:lstStyle>
          <a:p xmlns:a="http://schemas.openxmlformats.org/drawingml/2006/main">
            <a:pPr>
              <a:defRPr sz="1725" b="0">
                <a:solidFill>
                  <a:srgbClr val="586970"/>
                </a:solidFill>
              </a:defRPr>
            </a:pPr>
            <a:r>
              <a:rPr sz="1725" b="0">
                <a:solidFill>
                  <a:srgbClr val="586970"/>
                </a:solidFill>
                <a:latin typeface="Pretendard"/>
                <a:ea typeface="Pretendard"/>
                <a:cs typeface="Pretendard"/>
              </a:rPr>
              <a:t>학습 성과나 맛있을 확률을 생성하지 않습니다</a:t>
            </a:r>
          </a:p>
        </p:txBody>
      </p:sp>
    </p:spTree>
    <p:extLst>
      <p:ext uri="{BB962C8B-B14F-4D97-AF65-F5344CB8AC3E}">
        <p14:creationId xmlns:p14="http://schemas.microsoft.com/office/powerpoint/2010/main" val="1847605188"/>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B0AEF1-A27C-4C71-93BC-950BF35DD62E}"/>
              </a:ext>
            </a:extLst>
          </p:cNvPr>
          <p:cNvSpPr>
            <a:spLocks xmlns:a="http://schemas.openxmlformats.org/drawingml/2006/main" noGrp="1"/>
          </p:cNvSpPr>
          <p:nvPr/>
        </p:nvSpPr>
        <p:spPr>
          <a:xfrm xmlns:a="http://schemas.openxmlformats.org/drawingml/2006/main">
            <a:off x="609600" y="50482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5485A"/>
                </a:solidFill>
              </a:defRPr>
            </a:defPPr>
          </a:lstStyle>
          <a:p xmlns:a="http://schemas.openxmlformats.org/drawingml/2006/main">
            <a:pPr>
              <a:defRPr sz="3300" b="1">
                <a:solidFill>
                  <a:srgbClr val="25485A"/>
                </a:solidFill>
              </a:defRPr>
            </a:pPr>
            <a:r>
              <a:rPr sz="3300" b="1">
                <a:solidFill>
                  <a:srgbClr val="25485A"/>
                </a:solidFill>
                <a:latin typeface="Pretendard"/>
                <a:ea typeface="Pretendard"/>
                <a:cs typeface="Pretendard"/>
              </a:rPr>
              <a:t>선택한 장소를 일정에 담습니다</a:t>
            </a:r>
          </a:p>
        </p:txBody>
      </p:sp>
      <p:sp>
        <p:nvSpPr>
          <p:cNvPr id="2" name="">
            <a:extLst xmlns:a="http://schemas.openxmlformats.org/drawingml/2006/main">
              <a:ext uri="{FF2B5EF4-FFF2-40B4-BE49-F238E27FC236}">
                <a16:creationId xmlns:a16="http://schemas.microsoft.com/office/drawing/2014/main" id="{A40FA738-75FF-4CAE-BD79-85D9B01344D4}"/>
              </a:ext>
            </a:extLst>
          </p:cNvPr>
          <p:cNvSpPr>
            <a:spLocks xmlns:a="http://schemas.openxmlformats.org/drawingml/2006/main" noGrp="1"/>
          </p:cNvSpPr>
          <p:nvPr/>
        </p:nvSpPr>
        <p:spPr>
          <a:xfrm xmlns:a="http://schemas.openxmlformats.org/drawingml/2006/main">
            <a:off x="609600" y="12287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86970"/>
                </a:solidFill>
              </a:defRPr>
            </a:defPPr>
          </a:lstStyle>
          <a:p xmlns:a="http://schemas.openxmlformats.org/drawingml/2006/main">
            <a:pPr>
              <a:defRPr sz="2025" b="0">
                <a:solidFill>
                  <a:srgbClr val="586970"/>
                </a:solidFill>
              </a:defRPr>
            </a:pPr>
            <a:r>
              <a:rPr sz="2025" b="0">
                <a:solidFill>
                  <a:srgbClr val="586970"/>
                </a:solidFill>
                <a:latin typeface="Pretendard"/>
                <a:ea typeface="Pretendard"/>
                <a:cs typeface="Pretendard"/>
              </a:rPr>
              <a:t>미리보기에서 확인하고, 적용한 뒤 되돌립니다</a:t>
            </a:r>
          </a:p>
        </p:txBody>
      </p:sp>
      <p:sp>
        <p:nvSpPr>
          <p:cNvPr id="3" name="">
            <a:extLst xmlns:a="http://schemas.openxmlformats.org/drawingml/2006/main">
              <a:ext uri="{FF2B5EF4-FFF2-40B4-BE49-F238E27FC236}">
                <a16:creationId xmlns:a16="http://schemas.microsoft.com/office/drawing/2014/main" id="{B1CC8F18-68F8-4C6D-AA56-7422B2BC0683}"/>
              </a:ext>
            </a:extLst>
          </p:cNvPr>
          <p:cNvSpPr>
            <a:spLocks xmlns:a="http://schemas.openxmlformats.org/drawingml/2006/main" noGrp="1"/>
          </p:cNvSpPr>
          <p:nvPr/>
        </p:nvSpPr>
        <p:spPr>
          <a:xfrm xmlns:a="http://schemas.openxmlformats.org/drawingml/2006/main">
            <a:off x="10953750" y="63436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86970"/>
                </a:solidFill>
              </a:defRPr>
            </a:defPPr>
          </a:lstStyle>
          <a:p xmlns:a="http://schemas.openxmlformats.org/drawingml/2006/main">
            <a:pPr>
              <a:defRPr sz="1500" b="0">
                <a:solidFill>
                  <a:srgbClr val="586970"/>
                </a:solidFill>
              </a:defRPr>
            </a:pPr>
            <a:r>
              <a:rPr sz="1500" b="0">
                <a:solidFill>
                  <a:srgbClr val="586970"/>
                </a:solidFill>
                <a:latin typeface="Pretendard"/>
                <a:ea typeface="Pretendard"/>
                <a:cs typeface="Pretendard"/>
              </a:rPr>
              <a:t>7 / 10</a:t>
            </a:r>
          </a:p>
        </p:txBody>
      </p:sp>
      <p:pic>
        <p:nvPicPr>
          <p:cNvPr id="4" name="">
            <a:extLst xmlns:a="http://schemas.openxmlformats.org/drawingml/2006/main">
              <a:ext uri="{FF2B5EF4-FFF2-40B4-BE49-F238E27FC236}">
                <a16:creationId xmlns:a16="http://schemas.microsoft.com/office/drawing/2014/main" id="{DE699E47-D3C7-4BB2-87E8-33F8C77AF2B6}"/>
              </a:ext>
            </a:extLst>
          </p:cNvPr>
          <p:cNvPicPr>
            <a:picLocks xmlns:a="http://schemas.openxmlformats.org/drawingml/2006/main" noChangeAspect="1"/>
          </p:cNvPicPr>
          <p:nvPr/>
        </p:nvPicPr>
        <p:blipFill>
          <a:blip xmlns:r="http://schemas.openxmlformats.org/officeDocument/2006/relationships" xmlns:a="http://schemas.openxmlformats.org/drawingml/2006/main" r:embed="R58c04fde98ac44f9"/>
          <a:stretch xmlns:a="http://schemas.openxmlformats.org/drawingml/2006/main"/>
        </p:blipFill>
        <p:spPr>
          <a:xfrm xmlns:a="http://schemas.openxmlformats.org/drawingml/2006/main">
            <a:off x="611831" y="2095500"/>
            <a:ext cx="7767938" cy="40386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693D4B7-B1D5-4FEB-8B5C-EDC11586E83E}"/>
              </a:ext>
            </a:extLst>
          </p:cNvPr>
          <p:cNvSpPr>
            <a:spLocks xmlns:a="http://schemas.openxmlformats.org/drawingml/2006/main" noGrp="1"/>
          </p:cNvSpPr>
          <p:nvPr/>
        </p:nvSpPr>
        <p:spPr>
          <a:xfrm xmlns:a="http://schemas.openxmlformats.org/drawingml/2006/main">
            <a:off x="8810625" y="21526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25485A"/>
                </a:solidFill>
              </a:defRPr>
            </a:defPPr>
          </a:lstStyle>
          <a:p xmlns:a="http://schemas.openxmlformats.org/drawingml/2006/main">
            <a:pPr>
              <a:defRPr sz="2250" b="1">
                <a:solidFill>
                  <a:srgbClr val="25485A"/>
                </a:solidFill>
              </a:defRPr>
            </a:pPr>
            <a:r>
              <a:rPr sz="2250" b="1">
                <a:solidFill>
                  <a:srgbClr val="25485A"/>
                </a:solidFill>
                <a:latin typeface="Pretendard"/>
                <a:ea typeface="Pretendard"/>
                <a:cs typeface="Pretendard"/>
              </a:rPr>
              <a:t>빈 시간 120분</a:t>
            </a:r>
          </a:p>
        </p:txBody>
      </p:sp>
      <p:sp>
        <p:nvSpPr>
          <p:cNvPr id="6" name="">
            <a:extLst xmlns:a="http://schemas.openxmlformats.org/drawingml/2006/main">
              <a:ext uri="{FF2B5EF4-FFF2-40B4-BE49-F238E27FC236}">
                <a16:creationId xmlns:a16="http://schemas.microsoft.com/office/drawing/2014/main" id="{E92FA1CA-6B93-4CD5-BCBC-1F06726917F8}"/>
              </a:ext>
            </a:extLst>
          </p:cNvPr>
          <p:cNvSpPr>
            <a:spLocks xmlns:a="http://schemas.openxmlformats.org/drawingml/2006/main" noGrp="1"/>
          </p:cNvSpPr>
          <p:nvPr/>
        </p:nvSpPr>
        <p:spPr>
          <a:xfrm xmlns:a="http://schemas.openxmlformats.org/drawingml/2006/main">
            <a:off x="8810625" y="3048000"/>
            <a:ext cx="276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202C31"/>
                </a:solidFill>
              </a:defRPr>
            </a:defPPr>
          </a:lstStyle>
          <a:p xmlns:a="http://schemas.openxmlformats.org/drawingml/2006/main">
            <a:pPr>
              <a:defRPr sz="2250" b="0">
                <a:solidFill>
                  <a:srgbClr val="202C31"/>
                </a:solidFill>
              </a:defRPr>
            </a:pPr>
            <a:r>
              <a:rPr sz="2250" b="0">
                <a:solidFill>
                  <a:srgbClr val="202C31"/>
                </a:solidFill>
                <a:latin typeface="Pretendard"/>
                <a:ea typeface="Pretendard"/>
                <a:cs typeface="Pretendard"/>
              </a:rPr>
              <a:t>체류 90분</a:t>
            </a:r>
            <a:br>
              <a:rPr sz="2250" b="0">
                <a:solidFill>
                  <a:srgbClr val="202C31"/>
                </a:solidFill>
                <a:latin typeface="Pretendard"/>
                <a:ea typeface="Pretendard"/>
                <a:cs typeface="Pretendard"/>
              </a:rPr>
            </a:br>
            <a:r>
              <a:rPr sz="2250" b="0">
                <a:solidFill>
                  <a:srgbClr val="202C31"/>
                </a:solidFill>
                <a:latin typeface="Pretendard"/>
                <a:ea typeface="Pretendard"/>
                <a:cs typeface="Pretendard"/>
              </a:rPr>
              <a:t>양쪽 이동 60분</a:t>
            </a:r>
          </a:p>
        </p:txBody>
      </p:sp>
      <p:sp>
        <p:nvSpPr>
          <p:cNvPr id="7" name="">
            <a:extLst xmlns:a="http://schemas.openxmlformats.org/drawingml/2006/main">
              <a:ext uri="{FF2B5EF4-FFF2-40B4-BE49-F238E27FC236}">
                <a16:creationId xmlns:a16="http://schemas.microsoft.com/office/drawing/2014/main" id="{D45E52D7-4F50-4DED-A48C-DB5A5060BF5C}"/>
              </a:ext>
            </a:extLst>
          </p:cNvPr>
          <p:cNvSpPr>
            <a:spLocks xmlns:a="http://schemas.openxmlformats.org/drawingml/2006/main" noGrp="1"/>
          </p:cNvSpPr>
          <p:nvPr/>
        </p:nvSpPr>
        <p:spPr>
          <a:xfrm xmlns:a="http://schemas.openxmlformats.org/drawingml/2006/main">
            <a:off x="8810625" y="4524375"/>
            <a:ext cx="276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996D50"/>
                </a:solidFill>
              </a:defRPr>
            </a:defPPr>
          </a:lstStyle>
          <a:p xmlns:a="http://schemas.openxmlformats.org/drawingml/2006/main">
            <a:pPr>
              <a:defRPr sz="2325" b="1">
                <a:solidFill>
                  <a:srgbClr val="996D50"/>
                </a:solidFill>
              </a:defRPr>
            </a:pPr>
            <a:r>
              <a:rPr sz="2325" b="1">
                <a:solidFill>
                  <a:srgbClr val="996D50"/>
                </a:solidFill>
                <a:latin typeface="Pretendard"/>
                <a:ea typeface="Pretendard"/>
                <a:cs typeface="Pretendard"/>
              </a:rPr>
              <a:t>총 150분</a:t>
            </a:r>
            <a:br>
              <a:rPr sz="2325" b="1">
                <a:solidFill>
                  <a:srgbClr val="996D50"/>
                </a:solidFill>
                <a:latin typeface="Pretendard"/>
                <a:ea typeface="Pretendard"/>
                <a:cs typeface="Pretendard"/>
              </a:rPr>
            </a:br>
            <a:r>
              <a:rPr sz="2325" b="1">
                <a:solidFill>
                  <a:srgbClr val="996D50"/>
                </a:solidFill>
                <a:latin typeface="Pretendard"/>
                <a:ea typeface="Pretendard"/>
                <a:cs typeface="Pretendard"/>
              </a:rPr>
              <a:t>배치할 수 없음</a:t>
            </a:r>
          </a:p>
        </p:txBody>
      </p:sp>
      <p:sp>
        <p:nvSpPr>
          <p:cNvPr id="8" name="">
            <a:extLst xmlns:a="http://schemas.openxmlformats.org/drawingml/2006/main">
              <a:ext uri="{FF2B5EF4-FFF2-40B4-BE49-F238E27FC236}">
                <a16:creationId xmlns:a16="http://schemas.microsoft.com/office/drawing/2014/main" id="{A40E059A-01D9-4E4E-AFA4-646BCC6E1E48}"/>
              </a:ext>
            </a:extLst>
          </p:cNvPr>
          <p:cNvSpPr>
            <a:spLocks xmlns:a="http://schemas.openxmlformats.org/drawingml/2006/main" noGrp="1"/>
          </p:cNvSpPr>
          <p:nvPr/>
        </p:nvSpPr>
        <p:spPr>
          <a:xfrm xmlns:a="http://schemas.openxmlformats.org/drawingml/2006/main">
            <a:off x="609600" y="613410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86970"/>
                </a:solidFill>
              </a:defRPr>
            </a:defPPr>
          </a:lstStyle>
          <a:p xmlns:a="http://schemas.openxmlformats.org/drawingml/2006/main">
            <a:pPr>
              <a:defRPr sz="1725" b="0">
                <a:solidFill>
                  <a:srgbClr val="586970"/>
                </a:solidFill>
              </a:defRPr>
            </a:pPr>
            <a:r>
              <a:rPr sz="1725" b="0">
                <a:solidFill>
                  <a:srgbClr val="586970"/>
                </a:solidFill>
                <a:latin typeface="Pretendard"/>
                <a:ea typeface="Pretendard"/>
                <a:cs typeface="Pretendard"/>
              </a:rPr>
              <a:t>기존 합성 일정 화면 / 원본 예약을 자동으로 이동하지 않습니다</a:t>
            </a:r>
          </a:p>
        </p:txBody>
      </p:sp>
    </p:spTree>
    <p:extLst>
      <p:ext uri="{BB962C8B-B14F-4D97-AF65-F5344CB8AC3E}">
        <p14:creationId xmlns:p14="http://schemas.microsoft.com/office/powerpoint/2010/main" val="1728296372"/>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06917F-8FAF-4E91-B1E2-9A3184EA1679}"/>
              </a:ext>
            </a:extLst>
          </p:cNvPr>
          <p:cNvSpPr>
            <a:spLocks xmlns:a="http://schemas.openxmlformats.org/drawingml/2006/main" noGrp="1"/>
          </p:cNvSpPr>
          <p:nvPr/>
        </p:nvSpPr>
        <p:spPr>
          <a:xfrm xmlns:a="http://schemas.openxmlformats.org/drawingml/2006/main">
            <a:off x="609600" y="50482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5485A"/>
                </a:solidFill>
              </a:defRPr>
            </a:defPPr>
          </a:lstStyle>
          <a:p xmlns:a="http://schemas.openxmlformats.org/drawingml/2006/main">
            <a:pPr>
              <a:defRPr sz="3300" b="1">
                <a:solidFill>
                  <a:srgbClr val="25485A"/>
                </a:solidFill>
              </a:defRPr>
            </a:pPr>
            <a:r>
              <a:rPr sz="3300" b="1">
                <a:solidFill>
                  <a:srgbClr val="25485A"/>
                </a:solidFill>
                <a:latin typeface="Pretendard"/>
                <a:ea typeface="Pretendard"/>
                <a:cs typeface="Pretendard"/>
              </a:rPr>
              <a:t>후보를 빠뜨리지 않고 읽기</a:t>
            </a:r>
          </a:p>
        </p:txBody>
      </p:sp>
      <p:sp>
        <p:nvSpPr>
          <p:cNvPr id="2" name="">
            <a:extLst xmlns:a="http://schemas.openxmlformats.org/drawingml/2006/main">
              <a:ext uri="{FF2B5EF4-FFF2-40B4-BE49-F238E27FC236}">
                <a16:creationId xmlns:a16="http://schemas.microsoft.com/office/drawing/2014/main" id="{3B752032-98B3-4619-B467-BD807E3AF454}"/>
              </a:ext>
            </a:extLst>
          </p:cNvPr>
          <p:cNvSpPr>
            <a:spLocks xmlns:a="http://schemas.openxmlformats.org/drawingml/2006/main" noGrp="1"/>
          </p:cNvSpPr>
          <p:nvPr/>
        </p:nvSpPr>
        <p:spPr>
          <a:xfrm xmlns:a="http://schemas.openxmlformats.org/drawingml/2006/main">
            <a:off x="609600" y="12287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86970"/>
                </a:solidFill>
              </a:defRPr>
            </a:defPPr>
          </a:lstStyle>
          <a:p xmlns:a="http://schemas.openxmlformats.org/drawingml/2006/main">
            <a:pPr>
              <a:defRPr sz="2025" b="0">
                <a:solidFill>
                  <a:srgbClr val="586970"/>
                </a:solidFill>
              </a:defRPr>
            </a:pPr>
            <a:r>
              <a:rPr sz="2025" b="0">
                <a:solidFill>
                  <a:srgbClr val="586970"/>
                </a:solidFill>
                <a:latin typeface="Pretendard"/>
                <a:ea typeface="Pretendard"/>
                <a:cs typeface="Pretendard"/>
              </a:rPr>
              <a:t>합성 후보 100개에서 추천 결과 조회를 비교했습니다</a:t>
            </a:r>
          </a:p>
        </p:txBody>
      </p:sp>
      <p:sp>
        <p:nvSpPr>
          <p:cNvPr id="3" name="">
            <a:extLst xmlns:a="http://schemas.openxmlformats.org/drawingml/2006/main">
              <a:ext uri="{FF2B5EF4-FFF2-40B4-BE49-F238E27FC236}">
                <a16:creationId xmlns:a16="http://schemas.microsoft.com/office/drawing/2014/main" id="{8D6D3166-6A7E-435B-8FE3-7592600CB8F3}"/>
              </a:ext>
            </a:extLst>
          </p:cNvPr>
          <p:cNvSpPr>
            <a:spLocks xmlns:a="http://schemas.openxmlformats.org/drawingml/2006/main" noGrp="1"/>
          </p:cNvSpPr>
          <p:nvPr/>
        </p:nvSpPr>
        <p:spPr>
          <a:xfrm xmlns:a="http://schemas.openxmlformats.org/drawingml/2006/main">
            <a:off x="10953750" y="63436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86970"/>
                </a:solidFill>
              </a:defRPr>
            </a:defPPr>
          </a:lstStyle>
          <a:p xmlns:a="http://schemas.openxmlformats.org/drawingml/2006/main">
            <a:pPr>
              <a:defRPr sz="1500" b="0">
                <a:solidFill>
                  <a:srgbClr val="586970"/>
                </a:solidFill>
              </a:defRPr>
            </a:pPr>
            <a:r>
              <a:rPr sz="1500" b="0">
                <a:solidFill>
                  <a:srgbClr val="586970"/>
                </a:solidFill>
                <a:latin typeface="Pretendard"/>
                <a:ea typeface="Pretendard"/>
                <a:cs typeface="Pretendard"/>
              </a:rPr>
              <a:t>8 / 10</a:t>
            </a:r>
          </a:p>
        </p:txBody>
      </p:sp>
      <p:graphicFrame>
        <p:nvGraphicFramePr>
          <p:cNvPr id="4" name="Chart">
            <a:extLst xmlns:a="http://schemas.openxmlformats.org/drawingml/2006/main">
              <a:ext uri="{FF2B5EF4-FFF2-40B4-BE49-F238E27FC236}">
                <a16:creationId xmlns:a16="http://schemas.microsoft.com/office/drawing/2014/main" id="{7D8C31F4-7FE2-463B-8EF5-5D486DAC0807}"/>
              </a:ext>
            </a:extLst>
          </p:cNvPr>
          <p:cNvGraphicFramePr/>
          <p:nvPr/>
        </p:nvGraphicFramePr>
        <p:xfrm>
          <a:off xmlns:a="http://schemas.openxmlformats.org/drawingml/2006/main" x="609600" y="1981200"/>
          <a:ext xmlns:a="http://schemas.openxmlformats.org/drawingml/2006/main" cx="7086600" cy="3695700"/>
        </p:xfrm>
        <a:graphic xmlns:a="http://schemas.openxmlformats.org/drawingml/2006/main">
          <a:graphicData uri="http://schemas.openxmlformats.org/drawingml/2006/chart">
            <c:chart xmlns:r="http://schemas.openxmlformats.org/officeDocument/2006/relationships" xmlns:c="http://schemas.openxmlformats.org/drawingml/2006/chart" r:id="R85bf4b988ef5487b"/>
          </a:graphicData>
        </a:graphic>
      </p:graphicFrame>
      <p:sp>
        <p:nvSpPr>
          <p:cNvPr id="5" name="">
            <a:extLst xmlns:a="http://schemas.openxmlformats.org/drawingml/2006/main">
              <a:ext uri="{FF2B5EF4-FFF2-40B4-BE49-F238E27FC236}">
                <a16:creationId xmlns:a16="http://schemas.microsoft.com/office/drawing/2014/main" id="{18C6803A-8471-4533-84AD-22D808130543}"/>
              </a:ext>
            </a:extLst>
          </p:cNvPr>
          <p:cNvSpPr>
            <a:spLocks xmlns:a="http://schemas.openxmlformats.org/drawingml/2006/main" noGrp="1"/>
          </p:cNvSpPr>
          <p:nvPr/>
        </p:nvSpPr>
        <p:spPr>
          <a:xfrm xmlns:a="http://schemas.openxmlformats.org/drawingml/2006/main">
            <a:off x="8210550" y="2428875"/>
            <a:ext cx="32099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300" b="1">
                <a:solidFill>
                  <a:srgbClr val="25485A"/>
                </a:solidFill>
              </a:defRPr>
            </a:defPPr>
          </a:lstStyle>
          <a:p xmlns:a="http://schemas.openxmlformats.org/drawingml/2006/main">
            <a:pPr>
              <a:defRPr sz="6300" b="1">
                <a:solidFill>
                  <a:srgbClr val="25485A"/>
                </a:solidFill>
              </a:defRPr>
            </a:pPr>
            <a:r>
              <a:rPr sz="6300" b="1">
                <a:solidFill>
                  <a:srgbClr val="25485A"/>
                </a:solidFill>
                <a:latin typeface="Pretendard"/>
                <a:ea typeface="Pretendard"/>
                <a:cs typeface="Pretendard"/>
              </a:rPr>
              <a:t>32회</a:t>
            </a:r>
          </a:p>
        </p:txBody>
      </p:sp>
      <p:sp>
        <p:nvSpPr>
          <p:cNvPr id="6" name="">
            <a:extLst xmlns:a="http://schemas.openxmlformats.org/drawingml/2006/main">
              <a:ext uri="{FF2B5EF4-FFF2-40B4-BE49-F238E27FC236}">
                <a16:creationId xmlns:a16="http://schemas.microsoft.com/office/drawing/2014/main" id="{2FBCF012-4710-41F9-98A2-491DD5D978D1}"/>
              </a:ext>
            </a:extLst>
          </p:cNvPr>
          <p:cNvSpPr>
            <a:spLocks xmlns:a="http://schemas.openxmlformats.org/drawingml/2006/main" noGrp="1"/>
          </p:cNvSpPr>
          <p:nvPr/>
        </p:nvSpPr>
        <p:spPr>
          <a:xfrm xmlns:a="http://schemas.openxmlformats.org/drawingml/2006/main">
            <a:off x="8210550" y="3867150"/>
            <a:ext cx="31718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202C31"/>
                </a:solidFill>
              </a:defRPr>
            </a:defPPr>
          </a:lstStyle>
          <a:p xmlns:a="http://schemas.openxmlformats.org/drawingml/2006/main">
            <a:pPr>
              <a:defRPr sz="2250" b="0">
                <a:solidFill>
                  <a:srgbClr val="202C31"/>
                </a:solidFill>
              </a:defRPr>
            </a:pPr>
            <a:r>
              <a:rPr sz="2250" b="0">
                <a:solidFill>
                  <a:srgbClr val="202C31"/>
                </a:solidFill>
                <a:latin typeface="Pretendard"/>
                <a:ea typeface="Pretendard"/>
                <a:cs typeface="Pretendard"/>
              </a:rPr>
              <a:t>후보별 반복 조회를</a:t>
            </a:r>
            <a:br>
              <a:rPr sz="2250" b="0">
                <a:solidFill>
                  <a:srgbClr val="202C31"/>
                </a:solidFill>
                <a:latin typeface="Pretendard"/>
                <a:ea typeface="Pretendard"/>
                <a:cs typeface="Pretendard"/>
              </a:rPr>
            </a:br>
            <a:r>
              <a:rPr sz="2250" b="0">
                <a:solidFill>
                  <a:srgbClr val="202C31"/>
                </a:solidFill>
                <a:latin typeface="Pretendard"/>
                <a:ea typeface="Pretendard"/>
                <a:cs typeface="Pretendard"/>
              </a:rPr>
              <a:t>일괄 조회로 변경</a:t>
            </a:r>
          </a:p>
        </p:txBody>
      </p:sp>
      <p:sp>
        <p:nvSpPr>
          <p:cNvPr id="7" name="">
            <a:extLst xmlns:a="http://schemas.openxmlformats.org/drawingml/2006/main">
              <a:ext uri="{FF2B5EF4-FFF2-40B4-BE49-F238E27FC236}">
                <a16:creationId xmlns:a16="http://schemas.microsoft.com/office/drawing/2014/main" id="{B17C37C8-C07D-4D77-B871-84A810561BE5}"/>
              </a:ext>
            </a:extLst>
          </p:cNvPr>
          <p:cNvSpPr>
            <a:spLocks xmlns:a="http://schemas.openxmlformats.org/drawingml/2006/main" noGrp="1"/>
          </p:cNvSpPr>
          <p:nvPr/>
        </p:nvSpPr>
        <p:spPr>
          <a:xfrm xmlns:a="http://schemas.openxmlformats.org/drawingml/2006/main">
            <a:off x="609600" y="59626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86970"/>
                </a:solidFill>
              </a:defRPr>
            </a:defPPr>
          </a:lstStyle>
          <a:p xmlns:a="http://schemas.openxmlformats.org/drawingml/2006/main">
            <a:pPr>
              <a:defRPr sz="1800" b="0">
                <a:solidFill>
                  <a:srgbClr val="586970"/>
                </a:solidFill>
              </a:defRPr>
            </a:pPr>
            <a:r>
              <a:rPr sz="1800" b="0">
                <a:solidFill>
                  <a:srgbClr val="586970"/>
                </a:solidFill>
                <a:latin typeface="Pretendard"/>
                <a:ea typeface="Pretendard"/>
                <a:cs typeface="Pretendard"/>
              </a:rPr>
              <a:t>SQLite·임시 PostgreSQL 동일 fixture / 운영 응답시간 비교는 별도</a:t>
            </a:r>
          </a:p>
        </p:txBody>
      </p:sp>
    </p:spTree>
    <p:extLst>
      <p:ext uri="{BB962C8B-B14F-4D97-AF65-F5344CB8AC3E}">
        <p14:creationId xmlns:p14="http://schemas.microsoft.com/office/powerpoint/2010/main" val="976321125"/>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A0ADCEC-D860-43E6-B1BE-26B06E618DB2}"/>
              </a:ext>
            </a:extLst>
          </p:cNvPr>
          <p:cNvSpPr>
            <a:spLocks xmlns:a="http://schemas.openxmlformats.org/drawingml/2006/main" noGrp="1"/>
          </p:cNvSpPr>
          <p:nvPr/>
        </p:nvSpPr>
        <p:spPr>
          <a:xfrm xmlns:a="http://schemas.openxmlformats.org/drawingml/2006/main">
            <a:off x="609600" y="50482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5485A"/>
                </a:solidFill>
              </a:defRPr>
            </a:defPPr>
          </a:lstStyle>
          <a:p xmlns:a="http://schemas.openxmlformats.org/drawingml/2006/main">
            <a:pPr>
              <a:defRPr sz="3300" b="1">
                <a:solidFill>
                  <a:srgbClr val="25485A"/>
                </a:solidFill>
              </a:defRPr>
            </a:pPr>
            <a:r>
              <a:rPr sz="3300" b="1">
                <a:solidFill>
                  <a:srgbClr val="25485A"/>
                </a:solidFill>
                <a:latin typeface="Pretendard"/>
                <a:ea typeface="Pretendard"/>
                <a:cs typeface="Pretendard"/>
              </a:rPr>
              <a:t>구현과 실제 데이터 검증</a:t>
            </a:r>
          </a:p>
        </p:txBody>
      </p:sp>
      <p:sp>
        <p:nvSpPr>
          <p:cNvPr id="2" name="">
            <a:extLst xmlns:a="http://schemas.openxmlformats.org/drawingml/2006/main">
              <a:ext uri="{FF2B5EF4-FFF2-40B4-BE49-F238E27FC236}">
                <a16:creationId xmlns:a16="http://schemas.microsoft.com/office/drawing/2014/main" id="{B8C7DB3B-A582-4B82-B5F0-849907459DBF}"/>
              </a:ext>
            </a:extLst>
          </p:cNvPr>
          <p:cNvSpPr>
            <a:spLocks xmlns:a="http://schemas.openxmlformats.org/drawingml/2006/main" noGrp="1"/>
          </p:cNvSpPr>
          <p:nvPr/>
        </p:nvSpPr>
        <p:spPr>
          <a:xfrm xmlns:a="http://schemas.openxmlformats.org/drawingml/2006/main">
            <a:off x="609600" y="12287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86970"/>
                </a:solidFill>
              </a:defRPr>
            </a:defPPr>
          </a:lstStyle>
          <a:p xmlns:a="http://schemas.openxmlformats.org/drawingml/2006/main">
            <a:pPr>
              <a:defRPr sz="2025" b="0">
                <a:solidFill>
                  <a:srgbClr val="586970"/>
                </a:solidFill>
              </a:defRPr>
            </a:pPr>
            <a:r>
              <a:rPr sz="2025" b="0">
                <a:solidFill>
                  <a:srgbClr val="586970"/>
                </a:solidFill>
                <a:latin typeface="Pretendard"/>
                <a:ea typeface="Pretendard"/>
                <a:cs typeface="Pretendard"/>
              </a:rPr>
              <a:t>완료한 코드와 아직 확인할 자료를 구분합니다</a:t>
            </a:r>
          </a:p>
        </p:txBody>
      </p:sp>
      <p:sp>
        <p:nvSpPr>
          <p:cNvPr id="3" name="">
            <a:extLst xmlns:a="http://schemas.openxmlformats.org/drawingml/2006/main">
              <a:ext uri="{FF2B5EF4-FFF2-40B4-BE49-F238E27FC236}">
                <a16:creationId xmlns:a16="http://schemas.microsoft.com/office/drawing/2014/main" id="{22EC7FC6-D4CD-4578-8434-F7BA4A2AFCC1}"/>
              </a:ext>
            </a:extLst>
          </p:cNvPr>
          <p:cNvSpPr>
            <a:spLocks xmlns:a="http://schemas.openxmlformats.org/drawingml/2006/main" noGrp="1"/>
          </p:cNvSpPr>
          <p:nvPr/>
        </p:nvSpPr>
        <p:spPr>
          <a:xfrm xmlns:a="http://schemas.openxmlformats.org/drawingml/2006/main">
            <a:off x="10953750" y="63436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86970"/>
                </a:solidFill>
              </a:defRPr>
            </a:defPPr>
          </a:lstStyle>
          <a:p xmlns:a="http://schemas.openxmlformats.org/drawingml/2006/main">
            <a:pPr>
              <a:defRPr sz="1500" b="0">
                <a:solidFill>
                  <a:srgbClr val="586970"/>
                </a:solidFill>
              </a:defRPr>
            </a:pPr>
            <a:r>
              <a:rPr sz="1500" b="0">
                <a:solidFill>
                  <a:srgbClr val="586970"/>
                </a:solidFill>
                <a:latin typeface="Pretendard"/>
                <a:ea typeface="Pretendard"/>
                <a:cs typeface="Pretendard"/>
              </a:rPr>
              <a:t>9 / 10</a:t>
            </a:r>
          </a:p>
        </p:txBody>
      </p:sp>
      <p:sp>
        <p:nvSpPr>
          <p:cNvPr id="4" name="">
            <a:extLst xmlns:a="http://schemas.openxmlformats.org/drawingml/2006/main">
              <a:ext uri="{FF2B5EF4-FFF2-40B4-BE49-F238E27FC236}">
                <a16:creationId xmlns:a16="http://schemas.microsoft.com/office/drawing/2014/main" id="{6BA7D447-4F4E-4B25-87C7-C9E6B08CB645}"/>
              </a:ext>
            </a:extLst>
          </p:cNvPr>
          <p:cNvSpPr>
            <a:spLocks xmlns:a="http://schemas.openxmlformats.org/drawingml/2006/main" noGrp="1"/>
          </p:cNvSpPr>
          <p:nvPr/>
        </p:nvSpPr>
        <p:spPr>
          <a:xfrm xmlns:a="http://schemas.openxmlformats.org/drawingml/2006/main">
            <a:off x="609600" y="2162175"/>
            <a:ext cx="5010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25485A"/>
                </a:solidFill>
              </a:defRPr>
            </a:defPPr>
          </a:lstStyle>
          <a:p xmlns:a="http://schemas.openxmlformats.org/drawingml/2006/main">
            <a:pPr>
              <a:defRPr sz="2775" b="1">
                <a:solidFill>
                  <a:srgbClr val="25485A"/>
                </a:solidFill>
              </a:defRPr>
            </a:pPr>
            <a:r>
              <a:rPr sz="2775" b="1">
                <a:solidFill>
                  <a:srgbClr val="25485A"/>
                </a:solidFill>
                <a:latin typeface="Pretendard"/>
                <a:ea typeface="Pretendard"/>
                <a:cs typeface="Pretendard"/>
              </a:rPr>
              <a:t>코드와 합성 시험</a:t>
            </a:r>
          </a:p>
        </p:txBody>
      </p:sp>
      <p:sp>
        <p:nvSpPr>
          <p:cNvPr id="5" name="">
            <a:extLst xmlns:a="http://schemas.openxmlformats.org/drawingml/2006/main">
              <a:ext uri="{FF2B5EF4-FFF2-40B4-BE49-F238E27FC236}">
                <a16:creationId xmlns:a16="http://schemas.microsoft.com/office/drawing/2014/main" id="{B304FD0B-9D72-45CE-B20C-A199AFC0A8A5}"/>
              </a:ext>
            </a:extLst>
          </p:cNvPr>
          <p:cNvSpPr>
            <a:spLocks xmlns:a="http://schemas.openxmlformats.org/drawingml/2006/main" noGrp="1"/>
          </p:cNvSpPr>
          <p:nvPr/>
        </p:nvSpPr>
        <p:spPr>
          <a:xfrm xmlns:a="http://schemas.openxmlformats.org/drawingml/2006/main">
            <a:off x="609600" y="3133725"/>
            <a:ext cx="50958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202C31"/>
                </a:solidFill>
              </a:defRPr>
            </a:defPPr>
          </a:lstStyle>
          <a:p xmlns:a="http://schemas.openxmlformats.org/drawingml/2006/main">
            <a:pPr>
              <a:defRPr sz="2250" b="0">
                <a:solidFill>
                  <a:srgbClr val="202C31"/>
                </a:solidFill>
              </a:defRPr>
            </a:pPr>
            <a:r>
              <a:rPr sz="2250" b="0">
                <a:solidFill>
                  <a:srgbClr val="202C31"/>
                </a:solidFill>
                <a:latin typeface="Pretendard"/>
                <a:ea typeface="Pretendard"/>
                <a:cs typeface="Pretendard"/>
              </a:rPr>
              <a:t>지점 연결과 근거 검증</a:t>
            </a:r>
            <a:br>
              <a:rPr sz="2250" b="0">
                <a:solidFill>
                  <a:srgbClr val="202C31"/>
                </a:solidFill>
                <a:latin typeface="Pretendard"/>
                <a:ea typeface="Pretendard"/>
                <a:cs typeface="Pretendard"/>
              </a:rPr>
            </a:br>
            <a:r>
              <a:rPr sz="2250" b="0">
                <a:solidFill>
                  <a:srgbClr val="202C31"/>
                </a:solidFill>
                <a:latin typeface="Pretendard"/>
                <a:ea typeface="Pretendard"/>
                <a:cs typeface="Pretendard"/>
              </a:rPr>
              <a:t>두 추천 방식과 기본 모델</a:t>
            </a:r>
            <a:br>
              <a:rPr sz="2250" b="0">
                <a:solidFill>
                  <a:srgbClr val="202C31"/>
                </a:solidFill>
                <a:latin typeface="Pretendard"/>
                <a:ea typeface="Pretendard"/>
                <a:cs typeface="Pretendard"/>
              </a:rPr>
            </a:br>
            <a:r>
              <a:rPr sz="2250" b="0">
                <a:solidFill>
                  <a:srgbClr val="202C31"/>
                </a:solidFill>
                <a:latin typeface="Pretendard"/>
                <a:ea typeface="Pretendard"/>
                <a:cs typeface="Pretendard"/>
              </a:rPr>
              <a:t>일정 미리보기·적용·복원</a:t>
            </a:r>
          </a:p>
        </p:txBody>
      </p:sp>
      <p:sp>
        <p:nvSpPr>
          <p:cNvPr id="6" name="">
            <a:extLst xmlns:a="http://schemas.openxmlformats.org/drawingml/2006/main">
              <a:ext uri="{FF2B5EF4-FFF2-40B4-BE49-F238E27FC236}">
                <a16:creationId xmlns:a16="http://schemas.microsoft.com/office/drawing/2014/main" id="{7AE514FB-B89D-4408-9D47-A5E9852184A2}"/>
              </a:ext>
            </a:extLst>
          </p:cNvPr>
          <p:cNvSpPr>
            <a:spLocks xmlns:a="http://schemas.openxmlformats.org/drawingml/2006/main" noGrp="1"/>
          </p:cNvSpPr>
          <p:nvPr/>
        </p:nvSpPr>
        <p:spPr>
          <a:xfrm xmlns:a="http://schemas.openxmlformats.org/drawingml/2006/main">
            <a:off x="6419850" y="2162175"/>
            <a:ext cx="5162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996D50"/>
                </a:solidFill>
              </a:defRPr>
            </a:defPPr>
          </a:lstStyle>
          <a:p xmlns:a="http://schemas.openxmlformats.org/drawingml/2006/main">
            <a:pPr>
              <a:defRPr sz="2775" b="1">
                <a:solidFill>
                  <a:srgbClr val="996D50"/>
                </a:solidFill>
              </a:defRPr>
            </a:pPr>
            <a:r>
              <a:rPr sz="2775" b="1">
                <a:solidFill>
                  <a:srgbClr val="996D50"/>
                </a:solidFill>
                <a:latin typeface="Pretendard"/>
                <a:ea typeface="Pretendard"/>
                <a:cs typeface="Pretendard"/>
              </a:rPr>
              <a:t>실제 데이터 확인 필요</a:t>
            </a:r>
          </a:p>
        </p:txBody>
      </p:sp>
      <p:sp>
        <p:nvSpPr>
          <p:cNvPr id="7" name="">
            <a:extLst xmlns:a="http://schemas.openxmlformats.org/drawingml/2006/main">
              <a:ext uri="{FF2B5EF4-FFF2-40B4-BE49-F238E27FC236}">
                <a16:creationId xmlns:a16="http://schemas.microsoft.com/office/drawing/2014/main" id="{2CFAAE3D-D49E-4500-9D8E-6604971A7135}"/>
              </a:ext>
            </a:extLst>
          </p:cNvPr>
          <p:cNvSpPr>
            <a:spLocks xmlns:a="http://schemas.openxmlformats.org/drawingml/2006/main" noGrp="1"/>
          </p:cNvSpPr>
          <p:nvPr/>
        </p:nvSpPr>
        <p:spPr>
          <a:xfrm xmlns:a="http://schemas.openxmlformats.org/drawingml/2006/main">
            <a:off x="6419850" y="3133725"/>
            <a:ext cx="5143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202C31"/>
                </a:solidFill>
              </a:defRPr>
            </a:defPPr>
          </a:lstStyle>
          <a:p xmlns:a="http://schemas.openxmlformats.org/drawingml/2006/main">
            <a:pPr>
              <a:defRPr sz="2250" b="0">
                <a:solidFill>
                  <a:srgbClr val="202C31"/>
                </a:solidFill>
              </a:defRPr>
            </a:pPr>
            <a:r>
              <a:rPr sz="2250" b="0">
                <a:solidFill>
                  <a:srgbClr val="202C31"/>
                </a:solidFill>
                <a:latin typeface="Pretendard"/>
                <a:ea typeface="Pretendard"/>
                <a:cs typeface="Pretendard"/>
              </a:rPr>
              <a:t>공급자 계약과 이용 범위</a:t>
            </a:r>
            <a:br>
              <a:rPr sz="2250" b="0">
                <a:solidFill>
                  <a:srgbClr val="202C31"/>
                </a:solidFill>
                <a:latin typeface="Pretendard"/>
                <a:ea typeface="Pretendard"/>
                <a:cs typeface="Pretendard"/>
              </a:rPr>
            </a:br>
            <a:r>
              <a:rPr sz="2250" b="0">
                <a:solidFill>
                  <a:srgbClr val="202C31"/>
                </a:solidFill>
                <a:latin typeface="Pretendard"/>
                <a:ea typeface="Pretendard"/>
                <a:cs typeface="Pretendard"/>
              </a:rPr>
              <a:t>실제 리뷰 언어의 독립 평가</a:t>
            </a:r>
            <a:br>
              <a:rPr sz="2250" b="0">
                <a:solidFill>
                  <a:srgbClr val="202C31"/>
                </a:solidFill>
                <a:latin typeface="Pretendard"/>
                <a:ea typeface="Pretendard"/>
                <a:cs typeface="Pretendard"/>
              </a:rPr>
            </a:br>
            <a:r>
              <a:rPr sz="2250" b="0">
                <a:solidFill>
                  <a:srgbClr val="202C31"/>
                </a:solidFill>
                <a:latin typeface="Pretendard"/>
                <a:ea typeface="Pretendard"/>
                <a:cs typeface="Pretendard"/>
              </a:rPr>
              <a:t>도시별 엄격 추천 활성화</a:t>
            </a:r>
          </a:p>
        </p:txBody>
      </p:sp>
      <p:sp>
        <p:nvSpPr>
          <p:cNvPr id="8" name="">
            <a:extLst xmlns:a="http://schemas.openxmlformats.org/drawingml/2006/main">
              <a:ext uri="{FF2B5EF4-FFF2-40B4-BE49-F238E27FC236}">
                <a16:creationId xmlns:a16="http://schemas.microsoft.com/office/drawing/2014/main" id="{5B5A6945-9634-48D7-B8A3-3EC0978AC09E}"/>
              </a:ext>
            </a:extLst>
          </p:cNvPr>
          <p:cNvSpPr>
            <a:spLocks xmlns:a="http://schemas.openxmlformats.org/drawingml/2006/main" noGrp="1"/>
          </p:cNvSpPr>
          <p:nvPr/>
        </p:nvSpPr>
        <p:spPr>
          <a:xfrm xmlns:a="http://schemas.openxmlformats.org/drawingml/2006/main">
            <a:off x="609600" y="5667375"/>
            <a:ext cx="109347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86970"/>
                </a:solidFill>
              </a:defRPr>
            </a:defPPr>
          </a:lstStyle>
          <a:p xmlns:a="http://schemas.openxmlformats.org/drawingml/2006/main">
            <a:pPr>
              <a:defRPr sz="2025" b="0">
                <a:solidFill>
                  <a:srgbClr val="586970"/>
                </a:solidFill>
              </a:defRPr>
            </a:pPr>
            <a:r>
              <a:rPr sz="2025" b="0">
                <a:solidFill>
                  <a:srgbClr val="586970"/>
                </a:solidFill>
                <a:latin typeface="Pretendard"/>
                <a:ea typeface="Pretendard"/>
                <a:cs typeface="Pretendard"/>
              </a:rPr>
              <a:t>엄격 언어 추천은 OFF / 100개 도시 선택과 언어 품질 검증은 별개</a:t>
            </a:r>
          </a:p>
        </p:txBody>
      </p:sp>
    </p:spTree>
    <p:extLst>
      <p:ext uri="{BB962C8B-B14F-4D97-AF65-F5344CB8AC3E}">
        <p14:creationId xmlns:p14="http://schemas.microsoft.com/office/powerpoint/2010/main" val="813129690"/>
      </p:ext>
    </p:extLst>
  </p:cSld>
</p:sld>
</file>

<file path=ppt/slides/slide1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3A8A05-6BA9-4393-A607-B5C23B59D0DB}"/>
              </a:ext>
            </a:extLst>
          </p:cNvPr>
          <p:cNvSpPr>
            <a:spLocks xmlns:a="http://schemas.openxmlformats.org/drawingml/2006/main" noGrp="1"/>
          </p:cNvSpPr>
          <p:nvPr/>
        </p:nvSpPr>
        <p:spPr>
          <a:xfrm xmlns:a="http://schemas.openxmlformats.org/drawingml/2006/main">
            <a:off x="609600" y="50482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5485A"/>
                </a:solidFill>
              </a:defRPr>
            </a:defPPr>
          </a:lstStyle>
          <a:p xmlns:a="http://schemas.openxmlformats.org/drawingml/2006/main">
            <a:pPr>
              <a:defRPr sz="3300" b="1">
                <a:solidFill>
                  <a:srgbClr val="25485A"/>
                </a:solidFill>
              </a:defRPr>
            </a:pPr>
            <a:r>
              <a:rPr sz="3300" b="1">
                <a:solidFill>
                  <a:srgbClr val="25485A"/>
                </a:solidFill>
                <a:latin typeface="Pretendard"/>
                <a:ea typeface="Pretendard"/>
                <a:cs typeface="Pretendard"/>
              </a:rPr>
              <a:t>다음에는 실제 사용으로 확인합니다</a:t>
            </a:r>
          </a:p>
        </p:txBody>
      </p:sp>
      <p:sp>
        <p:nvSpPr>
          <p:cNvPr id="2" name="">
            <a:extLst xmlns:a="http://schemas.openxmlformats.org/drawingml/2006/main">
              <a:ext uri="{FF2B5EF4-FFF2-40B4-BE49-F238E27FC236}">
                <a16:creationId xmlns:a16="http://schemas.microsoft.com/office/drawing/2014/main" id="{7D2BE623-10EB-4634-9C37-CC5A65D652D4}"/>
              </a:ext>
            </a:extLst>
          </p:cNvPr>
          <p:cNvSpPr>
            <a:spLocks xmlns:a="http://schemas.openxmlformats.org/drawingml/2006/main" noGrp="1"/>
          </p:cNvSpPr>
          <p:nvPr/>
        </p:nvSpPr>
        <p:spPr>
          <a:xfrm xmlns:a="http://schemas.openxmlformats.org/drawingml/2006/main">
            <a:off x="609600" y="12287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86970"/>
                </a:solidFill>
              </a:defRPr>
            </a:defPPr>
          </a:lstStyle>
          <a:p xmlns:a="http://schemas.openxmlformats.org/drawingml/2006/main">
            <a:pPr>
              <a:defRPr sz="2025" b="0">
                <a:solidFill>
                  <a:srgbClr val="586970"/>
                </a:solidFill>
              </a:defRPr>
            </a:pPr>
            <a:r>
              <a:rPr sz="2025" b="0">
                <a:solidFill>
                  <a:srgbClr val="586970"/>
                </a:solidFill>
                <a:latin typeface="Pretendard"/>
                <a:ea typeface="Pretendard"/>
                <a:cs typeface="Pretendard"/>
              </a:rPr>
              <a:t>원문 리뷰가 장소 선택에 도움이 되는지</a:t>
            </a:r>
          </a:p>
        </p:txBody>
      </p:sp>
      <p:sp>
        <p:nvSpPr>
          <p:cNvPr id="3" name="">
            <a:extLst xmlns:a="http://schemas.openxmlformats.org/drawingml/2006/main">
              <a:ext uri="{FF2B5EF4-FFF2-40B4-BE49-F238E27FC236}">
                <a16:creationId xmlns:a16="http://schemas.microsoft.com/office/drawing/2014/main" id="{26DF42B1-3BD8-4E17-848A-D9A9494644BC}"/>
              </a:ext>
            </a:extLst>
          </p:cNvPr>
          <p:cNvSpPr>
            <a:spLocks xmlns:a="http://schemas.openxmlformats.org/drawingml/2006/main" noGrp="1"/>
          </p:cNvSpPr>
          <p:nvPr/>
        </p:nvSpPr>
        <p:spPr>
          <a:xfrm xmlns:a="http://schemas.openxmlformats.org/drawingml/2006/main">
            <a:off x="10953750" y="63436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86970"/>
                </a:solidFill>
              </a:defRPr>
            </a:defPPr>
          </a:lstStyle>
          <a:p xmlns:a="http://schemas.openxmlformats.org/drawingml/2006/main">
            <a:pPr>
              <a:defRPr sz="1500" b="0">
                <a:solidFill>
                  <a:srgbClr val="586970"/>
                </a:solidFill>
              </a:defRPr>
            </a:pPr>
            <a:r>
              <a:rPr sz="1500" b="0">
                <a:solidFill>
                  <a:srgbClr val="586970"/>
                </a:solidFill>
                <a:latin typeface="Pretendard"/>
                <a:ea typeface="Pretendard"/>
                <a:cs typeface="Pretendard"/>
              </a:rPr>
              <a:t>10 / 10</a:t>
            </a:r>
          </a:p>
        </p:txBody>
      </p:sp>
      <p:sp>
        <p:nvSpPr>
          <p:cNvPr id="4" name="">
            <a:extLst xmlns:a="http://schemas.openxmlformats.org/drawingml/2006/main">
              <a:ext uri="{FF2B5EF4-FFF2-40B4-BE49-F238E27FC236}">
                <a16:creationId xmlns:a16="http://schemas.microsoft.com/office/drawing/2014/main" id="{2E884060-A78A-436B-B0E1-B10FBCDC163F}"/>
              </a:ext>
            </a:extLst>
          </p:cNvPr>
          <p:cNvSpPr>
            <a:spLocks xmlns:a="http://schemas.openxmlformats.org/drawingml/2006/main" noGrp="1"/>
          </p:cNvSpPr>
          <p:nvPr/>
        </p:nvSpPr>
        <p:spPr>
          <a:xfrm xmlns:a="http://schemas.openxmlformats.org/drawingml/2006/main">
            <a:off x="609600" y="2114550"/>
            <a:ext cx="105918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25485A"/>
                </a:solidFill>
              </a:defRPr>
            </a:defPPr>
          </a:lstStyle>
          <a:p xmlns:a="http://schemas.openxmlformats.org/drawingml/2006/main">
            <a:pPr>
              <a:defRPr sz="4800" b="1">
                <a:solidFill>
                  <a:srgbClr val="25485A"/>
                </a:solidFill>
              </a:defRPr>
            </a:pPr>
            <a:r>
              <a:rPr sz="4800" b="1">
                <a:solidFill>
                  <a:srgbClr val="25485A"/>
                </a:solidFill>
                <a:latin typeface="Pretendard"/>
                <a:ea typeface="Pretendard"/>
                <a:cs typeface="Pretendard"/>
              </a:rPr>
              <a:t>리뷰의 근거가</a:t>
            </a:r>
            <a:br>
              <a:rPr sz="4800" b="1">
                <a:solidFill>
                  <a:srgbClr val="25485A"/>
                </a:solidFill>
                <a:latin typeface="Pretendard"/>
                <a:ea typeface="Pretendard"/>
                <a:cs typeface="Pretendard"/>
              </a:rPr>
            </a:br>
            <a:r>
              <a:rPr sz="4800" b="1">
                <a:solidFill>
                  <a:srgbClr val="25485A"/>
                </a:solidFill>
                <a:latin typeface="Pretendard"/>
                <a:ea typeface="Pretendard"/>
                <a:cs typeface="Pretendard"/>
              </a:rPr>
              <a:t>선택에 도움이 되는지</a:t>
            </a:r>
          </a:p>
        </p:txBody>
      </p:sp>
      <p:sp>
        <p:nvSpPr>
          <p:cNvPr id="5" name="">
            <a:extLst xmlns:a="http://schemas.openxmlformats.org/drawingml/2006/main">
              <a:ext uri="{FF2B5EF4-FFF2-40B4-BE49-F238E27FC236}">
                <a16:creationId xmlns:a16="http://schemas.microsoft.com/office/drawing/2014/main" id="{A36A7902-96F9-4C17-B4CB-2624BA08ADEA}"/>
              </a:ext>
            </a:extLst>
          </p:cNvPr>
          <p:cNvSpPr>
            <a:spLocks xmlns:a="http://schemas.openxmlformats.org/drawingml/2006/main" noGrp="1"/>
          </p:cNvSpPr>
          <p:nvPr/>
        </p:nvSpPr>
        <p:spPr>
          <a:xfrm xmlns:a="http://schemas.openxmlformats.org/drawingml/2006/main">
            <a:off x="609600" y="4286250"/>
            <a:ext cx="10620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202C31"/>
                </a:solidFill>
              </a:defRPr>
            </a:defPPr>
          </a:lstStyle>
          <a:p xmlns:a="http://schemas.openxmlformats.org/drawingml/2006/main">
            <a:pPr>
              <a:defRPr sz="2400" b="0">
                <a:solidFill>
                  <a:srgbClr val="202C31"/>
                </a:solidFill>
              </a:defRPr>
            </a:pPr>
            <a:r>
              <a:rPr sz="2400" b="0">
                <a:solidFill>
                  <a:srgbClr val="202C31"/>
                </a:solidFill>
                <a:latin typeface="Pretendard"/>
                <a:ea typeface="Pretendard"/>
                <a:cs typeface="Pretendard"/>
              </a:rPr>
              <a:t>도쿄·바르셀로나의 실제 자료 검증 후</a:t>
            </a:r>
            <a:br>
              <a:rPr sz="2400" b="0">
                <a:solidFill>
                  <a:srgbClr val="202C31"/>
                </a:solidFill>
                <a:latin typeface="Pretendard"/>
                <a:ea typeface="Pretendard"/>
                <a:cs typeface="Pretendard"/>
              </a:rPr>
            </a:br>
            <a:r>
              <a:rPr sz="2400" b="0">
                <a:solidFill>
                  <a:srgbClr val="202C31"/>
                </a:solidFill>
                <a:latin typeface="Pretendard"/>
                <a:ea typeface="Pretendard"/>
                <a:cs typeface="Pretendard"/>
              </a:rPr>
              <a:t>소수 사용자의 선택과 방문 경험을 확인합니다</a:t>
            </a:r>
          </a:p>
        </p:txBody>
      </p:sp>
      <p:sp>
        <p:nvSpPr>
          <p:cNvPr id="6" name="">
            <a:extLst xmlns:a="http://schemas.openxmlformats.org/drawingml/2006/main">
              <a:ext uri="{FF2B5EF4-FFF2-40B4-BE49-F238E27FC236}">
                <a16:creationId xmlns:a16="http://schemas.microsoft.com/office/drawing/2014/main" id="{5F7A7EF5-4358-4DDB-B0F6-15F3AFB808EF}"/>
              </a:ext>
            </a:extLst>
          </p:cNvPr>
          <p:cNvSpPr>
            <a:spLocks xmlns:a="http://schemas.openxmlformats.org/drawingml/2006/main" noGrp="1"/>
          </p:cNvSpPr>
          <p:nvPr/>
        </p:nvSpPr>
        <p:spPr>
          <a:xfrm xmlns:a="http://schemas.openxmlformats.org/drawingml/2006/main">
            <a:off x="609600" y="5924550"/>
            <a:ext cx="952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3F706F"/>
                </a:solidFill>
              </a:defRPr>
            </a:defPPr>
          </a:lstStyle>
          <a:p xmlns:a="http://schemas.openxmlformats.org/drawingml/2006/main">
            <a:pPr>
              <a:defRPr sz="1875" b="0">
                <a:solidFill>
                  <a:srgbClr val="3F706F"/>
                </a:solidFill>
              </a:defRPr>
            </a:pPr>
            <a:r>
              <a:rPr sz="1875" b="0">
                <a:solidFill>
                  <a:srgbClr val="3F706F"/>
                </a:solidFill>
                <a:latin typeface="Pretendard"/>
                <a:ea typeface="Pretendard"/>
                <a:cs typeface="Pretendard"/>
              </a:rPr>
              <a:t>github.com/Jin-s-work/Travel-Agent</a:t>
            </a:r>
          </a:p>
        </p:txBody>
      </p:sp>
    </p:spTree>
    <p:extLst>
      <p:ext uri="{BB962C8B-B14F-4D97-AF65-F5344CB8AC3E}">
        <p14:creationId xmlns:p14="http://schemas.microsoft.com/office/powerpoint/2010/main" val="12439750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Pretendard"/>
        <a:ea typeface=""/>
        <a:cs typeface=""/>
      </a:majorFont>
      <a:minorFont>
        <a:latin typeface="Pretendar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2026-10-07T06:48:40.8670000Z</dcterms:created>
  <dcterms:modified xsi:type="dcterms:W3CDTF">2026-10-07T06:48:40.8670000Z</dcterms:modified>
</coreProperties>
</file>