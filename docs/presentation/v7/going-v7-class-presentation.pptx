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mp4" ContentType="video/mp4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docProps/core.xml" Id="R8710483d30684dbe"/><Relationship Type="http://schemas.openxmlformats.org/officeDocument/2006/relationships/extended-properties" Target="docProps/app.xml" Id="R37be722461ff4138"/><Relationship Type="http://schemas.openxmlformats.org/officeDocument/2006/relationships/officeDocument" Target="ppt/presentation.xml" Id="R87ee2c05abc14ed8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203a5da0944902"/>
  </p:sldMasterIdLst>
  <p:notesMasterIdLst>
    <p:notesMasterId xmlns:r="http://schemas.openxmlformats.org/officeDocument/2006/relationships" r:id="Rae24c8559dae4737"/>
  </p:notesMasterIdLst>
  <p:sldIdLst>
    <p:sldId xmlns:r="http://schemas.openxmlformats.org/officeDocument/2006/relationships" id="256" r:id="Rd8f122b082934f3e"/>
    <p:sldId xmlns:r="http://schemas.openxmlformats.org/officeDocument/2006/relationships" id="257" r:id="R40bb30c41d634db1"/>
    <p:sldId xmlns:r="http://schemas.openxmlformats.org/officeDocument/2006/relationships" id="258" r:id="R4c2ca43a2a3b44fa"/>
    <p:sldId xmlns:r="http://schemas.openxmlformats.org/officeDocument/2006/relationships" id="259" r:id="Rfb140eb71c92446e"/>
    <p:sldId xmlns:r="http://schemas.openxmlformats.org/officeDocument/2006/relationships" id="260" r:id="R369a45a6f5744dad"/>
    <p:sldId xmlns:r="http://schemas.openxmlformats.org/officeDocument/2006/relationships" id="261" r:id="Rc2eeaf781d614e9f"/>
    <p:sldId xmlns:r="http://schemas.openxmlformats.org/officeDocument/2006/relationships" id="262" r:id="R2def40e66d9c499d"/>
    <p:sldId xmlns:r="http://schemas.openxmlformats.org/officeDocument/2006/relationships" id="263" r:id="Rf90f79dd0ba54547"/>
    <p:sldId xmlns:r="http://schemas.openxmlformats.org/officeDocument/2006/relationships" id="264" r:id="Rfbd5c99fe12f4d72"/>
    <p:sldId xmlns:r="http://schemas.openxmlformats.org/officeDocument/2006/relationships" id="265" r:id="R5b3fc68d81de48ff"/>
    <p:sldId xmlns:r="http://schemas.openxmlformats.org/officeDocument/2006/relationships" id="266" r:id="R567f62b50e834996"/>
  </p:sldIdLst>
  <p:sldSz cx="12192000" cy="6858000"/>
  <p:notesSz cx="6858000" cy="9144000"/>
  <p:defaultTextStyle>
    <a:def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</a:defRPr>
    </a:defPPr>
    <a:lvl1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Pretendard"/>
        <a:ea typeface="Pretendard"/>
        <a:cs typeface="Pretendard"/>
      </a:defRPr>
    </a:lvl1pPr>
    <a:lvl2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Pretendard"/>
        <a:ea typeface="Pretendard"/>
        <a:cs typeface="Pretendard"/>
      </a:defRPr>
    </a:lvl2pPr>
    <a:lvl3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Pretendard"/>
        <a:ea typeface="Pretendard"/>
        <a:cs typeface="Pretendard"/>
      </a:defRPr>
    </a:lvl3pPr>
    <a:lvl4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Pretendard"/>
        <a:ea typeface="Pretendard"/>
        <a:cs typeface="Pretendard"/>
      </a:defRPr>
    </a:lvl4pPr>
    <a:lvl5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Pretendard"/>
        <a:ea typeface="Pretendard"/>
        <a:cs typeface="Pretendard"/>
      </a:defRPr>
    </a:lvl5pPr>
    <a:lvl6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Pretendard"/>
        <a:ea typeface="Pretendard"/>
        <a:cs typeface="Pretendard"/>
      </a:defRPr>
    </a:lvl6pPr>
    <a:lvl7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Pretendard"/>
        <a:ea typeface="Pretendard"/>
        <a:cs typeface="Pretendard"/>
      </a:defRPr>
    </a:lvl7pPr>
    <a:lvl8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Pretendard"/>
        <a:ea typeface="Pretendard"/>
        <a:cs typeface="Pretendard"/>
      </a:defRPr>
    </a:lvl8pPr>
    <a:lvl9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Pretendard"/>
        <a:ea typeface="Pretendard"/>
        <a:cs typeface="Pretendard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Pretendard"/>
          <a:ea typeface="Pretendard"/>
          <a:cs typeface="Pretendar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Pretendard"/>
          <a:ea typeface="Pretendard"/>
          <a:cs typeface="Pretendar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Pretendard"/>
          <a:ea typeface="Pretendard"/>
          <a:cs typeface="Pretendar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Pretendard"/>
          <a:ea typeface="Pretendard"/>
          <a:cs typeface="Pretendar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Pretendard"/>
          <a:ea typeface="Pretendard"/>
          <a:cs typeface="Pretendar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Pretendard"/>
          <a:ea typeface="Pretendard"/>
          <a:cs typeface="Pretendar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Pretendard"/>
          <a:ea typeface="Pretendard"/>
          <a:cs typeface="Pretendar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Pretendard"/>
          <a:ea typeface="Pretendard"/>
          <a:cs typeface="Pretendar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Pretendard"/>
          <a:ea typeface="Pretendard"/>
          <a:cs typeface="Pretendar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Pretendard"/>
          <a:ea typeface="Pretendard"/>
          <a:cs typeface="Pretendar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theme/theme1.xml" Id="R83e4def0927d4bd2"/><Relationship Type="http://schemas.openxmlformats.org/officeDocument/2006/relationships/slideMaster" Target="slideMasters/slideMaster1.xml" Id="R9e203a5da0944902"/><Relationship Type="http://schemas.openxmlformats.org/officeDocument/2006/relationships/notesMaster" Target="notesMasters/notesMaster1.xml" Id="Rae24c8559dae4737"/><Relationship Type="http://schemas.openxmlformats.org/officeDocument/2006/relationships/presProps" Target="presProps.xml" Id="R49738f92bf8e4e26"/><Relationship Type="http://schemas.openxmlformats.org/officeDocument/2006/relationships/tableStyles" Target="tableStyles.xml" Id="R531e0196e26d4842"/><Relationship Type="http://schemas.openxmlformats.org/officeDocument/2006/relationships/slide" Target="slides/slide1.xml" Id="Rd8f122b082934f3e"/><Relationship Type="http://schemas.openxmlformats.org/officeDocument/2006/relationships/slide" Target="slides/slide2.xml" Id="R40bb30c41d634db1"/><Relationship Type="http://schemas.openxmlformats.org/officeDocument/2006/relationships/slide" Target="slides/slide3.xml" Id="R4c2ca43a2a3b44fa"/><Relationship Type="http://schemas.openxmlformats.org/officeDocument/2006/relationships/slide" Target="slides/slide4.xml" Id="Rfb140eb71c92446e"/><Relationship Type="http://schemas.openxmlformats.org/officeDocument/2006/relationships/slide" Target="slides/slide5.xml" Id="R369a45a6f5744dad"/><Relationship Type="http://schemas.openxmlformats.org/officeDocument/2006/relationships/slide" Target="slides/slide6.xml" Id="Rc2eeaf781d614e9f"/><Relationship Type="http://schemas.openxmlformats.org/officeDocument/2006/relationships/slide" Target="slides/slide7.xml" Id="R2def40e66d9c499d"/><Relationship Type="http://schemas.openxmlformats.org/officeDocument/2006/relationships/slide" Target="slides/slide8.xml" Id="Rf90f79dd0ba54547"/><Relationship Type="http://schemas.openxmlformats.org/officeDocument/2006/relationships/slide" Target="slides/slide9.xml" Id="Rfbd5c99fe12f4d72"/><Relationship Type="http://schemas.openxmlformats.org/officeDocument/2006/relationships/slide" Target="slides/slide10.xml" Id="R5b3fc68d81de48ff"/><Relationship Type="http://schemas.openxmlformats.org/officeDocument/2006/relationships/slide" Target="slides/slide11.xml" Id="R567f62b50e834996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theme/theme3.xml" Id="R25c4829a437040b5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3" name="Shape 6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Pretendard"/>
      </a:defRPr>
    </a:lvl1pPr>
    <a:lvl2pPr indent="228600" latinLnBrk="0">
      <a:defRPr sz="1200">
        <a:latin typeface="+mn-lt"/>
        <a:ea typeface="+mn-ea"/>
        <a:cs typeface="+mn-cs"/>
        <a:sym typeface="Pretendard"/>
      </a:defRPr>
    </a:lvl2pPr>
    <a:lvl3pPr indent="457200" latinLnBrk="0">
      <a:defRPr sz="1200">
        <a:latin typeface="+mn-lt"/>
        <a:ea typeface="+mn-ea"/>
        <a:cs typeface="+mn-cs"/>
        <a:sym typeface="Pretendard"/>
      </a:defRPr>
    </a:lvl3pPr>
    <a:lvl4pPr indent="685800" latinLnBrk="0">
      <a:defRPr sz="1200">
        <a:latin typeface="+mn-lt"/>
        <a:ea typeface="+mn-ea"/>
        <a:cs typeface="+mn-cs"/>
        <a:sym typeface="Pretendard"/>
      </a:defRPr>
    </a:lvl4pPr>
    <a:lvl5pPr indent="914400" latinLnBrk="0">
      <a:defRPr sz="1200">
        <a:latin typeface="+mn-lt"/>
        <a:ea typeface="+mn-ea"/>
        <a:cs typeface="+mn-cs"/>
        <a:sym typeface="Pretendard"/>
      </a:defRPr>
    </a:lvl5pPr>
    <a:lvl6pPr indent="1143000" latinLnBrk="0">
      <a:defRPr sz="1200">
        <a:latin typeface="+mn-lt"/>
        <a:ea typeface="+mn-ea"/>
        <a:cs typeface="+mn-cs"/>
        <a:sym typeface="Pretendard"/>
      </a:defRPr>
    </a:lvl6pPr>
    <a:lvl7pPr indent="1371600" latinLnBrk="0">
      <a:defRPr sz="1200">
        <a:latin typeface="+mn-lt"/>
        <a:ea typeface="+mn-ea"/>
        <a:cs typeface="+mn-cs"/>
        <a:sym typeface="Pretendard"/>
      </a:defRPr>
    </a:lvl7pPr>
    <a:lvl8pPr indent="1600200" latinLnBrk="0">
      <a:defRPr sz="1200">
        <a:latin typeface="+mn-lt"/>
        <a:ea typeface="+mn-ea"/>
        <a:cs typeface="+mn-cs"/>
        <a:sym typeface="Pretendard"/>
      </a:defRPr>
    </a:lvl8pPr>
    <a:lvl9pPr indent="1828800" latinLnBrk="0">
      <a:defRPr sz="1200">
        <a:latin typeface="+mn-lt"/>
        <a:ea typeface="+mn-ea"/>
        <a:cs typeface="+mn-cs"/>
        <a:sym typeface="Pretendard"/>
      </a:defRPr>
    </a:lvl9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Pretendard"/>
        <a:ea typeface="Pretendard"/>
        <a:cs typeface="Pretendard"/>
      </a:majorFont>
      <a:minorFont>
        <a:latin typeface="Pretendard"/>
        <a:ea typeface="Pretendard"/>
        <a:cs typeface="Pretendard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../slides/slide1.xml" Id="Rbec68d271ddf42fc"/><Relationship Type="http://schemas.openxmlformats.org/officeDocument/2006/relationships/notesMaster" Target="../notesMasters/notesMaster1.xml" Id="R2975b19f33804232"/></Relationships>
</file>

<file path=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../slides/slide2.xml" Id="R5b03c9f8884645a0"/><Relationship Type="http://schemas.openxmlformats.org/officeDocument/2006/relationships/notesMaster" Target="../notesMasters/notesMaster1.xml" Id="R2c8b30c4e1e046ac"/></Relationships>
</file>

<file path=pp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../slides/slide3.xml" Id="R2a757b21ba2e45eb"/><Relationship Type="http://schemas.openxmlformats.org/officeDocument/2006/relationships/notesMaster" Target="../notesMasters/notesMaster1.xml" Id="Re70e32b85aa14908"/></Relationships>
</file>

<file path=ppt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../slides/slide4.xml" Id="R01772541df85420c"/><Relationship Type="http://schemas.openxmlformats.org/officeDocument/2006/relationships/notesMaster" Target="../notesMasters/notesMaster1.xml" Id="R1ebcff25ff604058"/></Relationships>
</file>

<file path=pp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../slides/slide5.xml" Id="R0a7bc1b609374060"/><Relationship Type="http://schemas.openxmlformats.org/officeDocument/2006/relationships/notesMaster" Target="../notesMasters/notesMaster1.xml" Id="R5465bb2f099b4519"/></Relationships>
</file>

<file path=ppt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../slides/slide6.xml" Id="Rdefc1c56f0ba40b6"/><Relationship Type="http://schemas.openxmlformats.org/officeDocument/2006/relationships/notesMaster" Target="../notesMasters/notesMaster1.xml" Id="R8d7b0243312847a6"/></Relationships>
</file>

<file path=ppt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../slides/slide7.xml" Id="Red287a72e0fa474e"/><Relationship Type="http://schemas.openxmlformats.org/officeDocument/2006/relationships/notesMaster" Target="../notesMasters/notesMaster1.xml" Id="Rb287092488064ee7"/></Relationships>
</file>

<file path=ppt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../slides/slide8.xml" Id="R2edf6a3032cb4c76"/><Relationship Type="http://schemas.openxmlformats.org/officeDocument/2006/relationships/notesMaster" Target="../notesMasters/notesMaster1.xml" Id="R18e93a3782384e9f"/></Relationships>
</file>

<file path=ppt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../slides/slide9.xml" Id="Rdd49641113e74606"/><Relationship Type="http://schemas.openxmlformats.org/officeDocument/2006/relationships/notesMaster" Target="../notesMasters/notesMaster1.xml" Id="Rd5c7d66c502b4f18"/></Relationships>
</file>

<file path=ppt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../slides/slide10.xml" Id="Rc9fcded3cd334993"/><Relationship Type="http://schemas.openxmlformats.org/officeDocument/2006/relationships/notesMaster" Target="../notesMasters/notesMaster1.xml" Id="R9ec2099ac4af4cdb"/></Relationships>
</file>

<file path=ppt/notesSlides/_rels/notesSlide11.xml.rels><?xml version='1.0' encoding='UTF-8' standalone='yes'?>
<Relationships xmlns="http://schemas.openxmlformats.org/package/2006/relationships"><Relationship Type="http://schemas.openxmlformats.org/officeDocument/2006/relationships/slide" Target="../slides/slide11.xml" Id="Reff32103c4904108"/><Relationship Type="http://schemas.openxmlformats.org/officeDocument/2006/relationships/notesMaster" Target="../notesMasters/notesMaster1.xml" Id="Ra6c5f6e23aa4459d"/></Relationships>
</file>

<file path=ppt/notesSlides/notesSlide1.xml><?xml version="1.0" encoding="utf-8"?>
<ns0:notes xmlns:ns0="http://schemas.openxmlformats.org/presentationml/2006/main" xmlns:ns1="http://schemas.openxmlformats.org/drawingml/2006/main" showMasterSp="1" showMasterPhAnim="1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71" name="Shape 71"/>
          <ns0:cNvSpPr/>
          <ns0:nvPr>
            <ns0:ph type="sldImg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</ns1:p>
        </ns0:txBody>
      </ns0:sp>
      <ns0:sp>
        <ns0:nvSpPr>
          <ns0:cNvPr id="72" name="Shape 72"/>
          <ns0:cNvSpPr/>
          <ns0:nvPr>
            <ns0:ph type="body" sz="quarter" idx="1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</ns0:txBody>
      </ns0:sp>
    </ns0:spTree>
  </ns0:cSld>
  <ns0:clrMapOvr>
    <ns1:masterClrMapping/>
  </ns0:clrMapOvr>
</ns0:notes>
</file>

<file path=ppt/notesSlides/notesSlide2.xml><?xml version="1.0" encoding="utf-8"?>
<ns0:notes xmlns:ns0="http://schemas.openxmlformats.org/presentationml/2006/main" xmlns:ns1="http://schemas.openxmlformats.org/drawingml/2006/main" showMasterSp="1" showMasterPhAnim="1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86" name="Shape 86"/>
          <ns0:cNvSpPr/>
          <ns0:nvPr>
            <ns0:ph type="sldImg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</ns1:p>
        </ns0:txBody>
      </ns0:sp>
      <ns0:sp>
        <ns0:nvSpPr>
          <ns0:cNvPr id="87" name="Shape 87"/>
          <ns0:cNvSpPr/>
          <ns0:nvPr>
            <ns0:ph type="body" sz="quarter" idx="1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</ns0:txBody>
      </ns0:sp>
    </ns0:spTree>
  </ns0:cSld>
  <ns0:clrMapOvr>
    <ns1:masterClrMapping/>
  </ns0:clrMapOvr>
</ns0:notes>
</file>

<file path=ppt/notesSlides/notesSlide3.xml><?xml version="1.0" encoding="utf-8"?>
<ns0:notes xmlns:ns0="http://schemas.openxmlformats.org/presentationml/2006/main" xmlns:ns1="http://schemas.openxmlformats.org/drawingml/2006/main" showMasterSp="1" showMasterPhAnim="1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97" name="Shape 97"/>
          <ns0:cNvSpPr/>
          <ns0:nvPr>
            <ns0:ph type="sldImg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</ns1:p>
        </ns0:txBody>
      </ns0:sp>
      <ns0:sp>
        <ns0:nvSpPr>
          <ns0:cNvPr id="98" name="Shape 98"/>
          <ns0:cNvSpPr/>
          <ns0:nvPr>
            <ns0:ph type="body" sz="quarter" idx="1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</ns0:txBody>
      </ns0:sp>
    </ns0:spTree>
  </ns0:cSld>
  <ns0:clrMapOvr>
    <ns1:masterClrMapping/>
  </ns0:clrMapOvr>
</ns0:notes>
</file>

<file path=ppt/notesSlides/notesSlide4.xml><?xml version="1.0" encoding="utf-8"?>
<ns0:notes xmlns:ns0="http://schemas.openxmlformats.org/presentationml/2006/main" xmlns:ns1="http://schemas.openxmlformats.org/drawingml/2006/main" showMasterSp="1" showMasterPhAnim="1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09" name="Shape 109"/>
          <ns0:cNvSpPr/>
          <ns0:nvPr>
            <ns0:ph type="sldImg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</ns1:p>
        </ns0:txBody>
      </ns0:sp>
      <ns0:sp>
        <ns0:nvSpPr>
          <ns0:cNvPr id="110" name="Shape 110"/>
          <ns0:cNvSpPr/>
          <ns0:nvPr>
            <ns0:ph type="body" sz="quarter" idx="1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</ns0:txBody>
      </ns0:sp>
    </ns0:spTree>
  </ns0:cSld>
  <ns0:clrMapOvr>
    <ns1:masterClrMapping/>
  </ns0:clrMapOvr>
</ns0:notes>
</file>

<file path=ppt/notesSlides/notesSlide5.xml><?xml version="1.0" encoding="utf-8"?>
<ns0:notes xmlns:ns0="http://schemas.openxmlformats.org/presentationml/2006/main" xmlns:ns1="http://schemas.openxmlformats.org/drawingml/2006/main" showMasterSp="1" showMasterPhAnim="1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19" name="Shape 119"/>
          <ns0:cNvSpPr/>
          <ns0:nvPr>
            <ns0:ph type="sldImg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</ns1:p>
        </ns0:txBody>
      </ns0:sp>
      <ns0:sp>
        <ns0:nvSpPr>
          <ns0:cNvPr id="120" name="Shape 120"/>
          <ns0:cNvSpPr/>
          <ns0:nvPr>
            <ns0:ph type="body" sz="quarter" idx="1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</ns0:txBody>
      </ns0:sp>
    </ns0:spTree>
  </ns0:cSld>
  <ns0:clrMapOvr>
    <ns1:masterClrMapping/>
  </ns0:clrMapOvr>
</ns0:notes>
</file>

<file path=ppt/notesSlides/notesSlide6.xml><?xml version="1.0" encoding="utf-8"?>
<ns0:notes xmlns:ns0="http://schemas.openxmlformats.org/presentationml/2006/main" xmlns:ns1="http://schemas.openxmlformats.org/drawingml/2006/main" showMasterSp="1" showMasterPhAnim="1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31" name="Shape 131"/>
          <ns0:cNvSpPr/>
          <ns0:nvPr>
            <ns0:ph type="sldImg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</ns1:p>
        </ns0:txBody>
      </ns0:sp>
      <ns0:sp>
        <ns0:nvSpPr>
          <ns0:cNvPr id="132" name="Shape 132"/>
          <ns0:cNvSpPr/>
          <ns0:nvPr>
            <ns0:ph type="body" sz="quarter" idx="1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</ns0:txBody>
      </ns0:sp>
    </ns0:spTree>
  </ns0:cSld>
  <ns0:clrMapOvr>
    <ns1:masterClrMapping/>
  </ns0:clrMapOvr>
</ns0:notes>
</file>

<file path=ppt/notesSlides/notesSlide7.xml><?xml version="1.0" encoding="utf-8"?>
<ns0:notes xmlns:ns0="http://schemas.openxmlformats.org/presentationml/2006/main" xmlns:ns1="http://schemas.openxmlformats.org/drawingml/2006/main" showMasterSp="1" showMasterPhAnim="1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43" name="Shape 143"/>
          <ns0:cNvSpPr/>
          <ns0:nvPr>
            <ns0:ph type="sldImg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</ns1:p>
        </ns0:txBody>
      </ns0:sp>
      <ns0:sp>
        <ns0:nvSpPr>
          <ns0:cNvPr id="144" name="Shape 144"/>
          <ns0:cNvSpPr/>
          <ns0:nvPr>
            <ns0:ph type="body" sz="quarter" idx="1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</ns0:txBody>
      </ns0:sp>
    </ns0:spTree>
  </ns0:cSld>
  <ns0:clrMapOvr>
    <ns1:masterClrMapping/>
  </ns0:clrMapOvr>
</ns0:notes>
</file>

<file path=ppt/notesSlides/notesSlide8.xml><?xml version="1.0" encoding="utf-8"?>
<ns0:notes xmlns:ns0="http://schemas.openxmlformats.org/presentationml/2006/main" xmlns:ns1="http://schemas.openxmlformats.org/drawingml/2006/main" showMasterSp="1" showMasterPhAnim="1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58" name="Shape 158"/>
          <ns0:cNvSpPr/>
          <ns0:nvPr>
            <ns0:ph type="sldImg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</ns1:p>
        </ns0:txBody>
      </ns0:sp>
      <ns0:sp>
        <ns0:nvSpPr>
          <ns0:cNvPr id="159" name="Shape 159"/>
          <ns0:cNvSpPr/>
          <ns0:nvPr>
            <ns0:ph type="body" sz="quarter" idx="1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</ns0:txBody>
      </ns0:sp>
    </ns0:spTree>
  </ns0:cSld>
  <ns0:clrMapOvr>
    <ns1:masterClrMapping/>
  </ns0:clrMapOvr>
</ns0:notes>
</file>

<file path=ppt/notesSlides/notesSlide9.xml><?xml version="1.0" encoding="utf-8"?>
<ns0:notes xmlns:ns0="http://schemas.openxmlformats.org/presentationml/2006/main" xmlns:ns1="http://schemas.openxmlformats.org/drawingml/2006/main" showMasterSp="1" showMasterPhAnim="1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72" name="Shape 172"/>
          <ns0:cNvSpPr/>
          <ns0:nvPr>
            <ns0:ph type="sldImg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</ns1:p>
        </ns0:txBody>
      </ns0:sp>
      <ns0:sp>
        <ns0:nvSpPr>
          <ns0:cNvPr id="173" name="Shape 173"/>
          <ns0:cNvSpPr/>
          <ns0:nvPr>
            <ns0:ph type="body" sz="quarter" idx="1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</ns0:txBody>
      </ns0:sp>
    </ns0:spTree>
  </ns0:cSld>
  <ns0:clrMapOvr>
    <ns1:masterClrMapping/>
  </ns0:clrMapOvr>
</ns0:notes>
</file>

<file path=ppt/notesSlides/notesSlide10.xml><?xml version="1.0" encoding="utf-8"?>
<ns0:notes xmlns:ns0="http://schemas.openxmlformats.org/presentationml/2006/main" xmlns:ns1="http://schemas.openxmlformats.org/drawingml/2006/main" showMasterSp="1" showMasterPhAnim="1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86" name="Shape 186"/>
          <ns0:cNvSpPr/>
          <ns0:nvPr>
            <ns0:ph type="sldImg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</ns1:p>
        </ns0:txBody>
      </ns0:sp>
      <ns0:sp>
        <ns0:nvSpPr>
          <ns0:cNvPr id="187" name="Shape 187"/>
          <ns0:cNvSpPr/>
          <ns0:nvPr>
            <ns0:ph type="body" sz="quarter" idx="1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</ns0:txBody>
      </ns0:sp>
    </ns0:spTree>
  </ns0:cSld>
  <ns0:clrMapOvr>
    <ns1:masterClrMapping/>
  </ns0:clrMapOvr>
</ns0:notes>
</file>

<file path=ppt/notesSlides/notesSlide11.xml><?xml version="1.0" encoding="utf-8"?>
<ns0:notes xmlns:ns0="http://schemas.openxmlformats.org/presentationml/2006/main" xmlns:ns1="http://schemas.openxmlformats.org/drawingml/2006/main" showMasterSp="1" showMasterPhAnim="1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92" name="Shape 192"/>
          <ns0:cNvSpPr/>
          <ns0:nvPr>
            <ns0:ph type="sldImg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/>
          </ns1:p>
        </ns0:txBody>
      </ns0:sp>
      <ns0:sp>
        <ns0:nvSpPr>
          <ns0:cNvPr id="193" name="Shape 193"/>
          <ns0:cNvSpPr/>
          <ns0:nvPr>
            <ns0:ph type="body" sz="quarter" idx="1"/>
          </ns0:nvPr>
        </ns0:nvSpPr>
        <ns0:spPr>
          <ns1:prstGeom prst="rect">
            <ns1:avLst/>
          </ns1:prstGeom>
        </ns0:spPr>
        <ns0:txBody>
          <ns1:bodyPr/>
          <ns1:lstStyle/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  <ns1:p>
            <ns1:pPr>
              <ns1:buNone/>
            </ns1:pPr>
            <ns1:r>
              <ns1:t/>
            </ns1:r>
          </ns1:p>
        </ns0:txBody>
      </ns0:sp>
    </ns0:spTree>
  </ns0:cSld>
  <ns0:clrMapOvr>
    <ns1:masterClrMapping/>
  </ns0:clrMapOvr>
</ns0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57f09954c6894fc1"/></Relationships>
</file>

<file path=ppt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51ef1920cfab4dde"/></Relationships>
</file>

<file path=ppt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b893bca848c0474c"/></Relationships>
</file>

<file path=ppt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69c043c9b43449f4"/></Relationships>
</file>

<file path=ppt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810dd43a84054835"/></Relationships>
</file>

<file path=ppt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28cf0cc864154f94"/></Relationships>
</file>

<file path=ppt/slideLayouts/slideLayout1.xml><?xml version="1.0" encoding="utf-8"?>
<p:sldLayout xmlns:p="http://schemas.openxmlformats.org/presentationml/2006/main" showMasterSp="1" showMasterPhAnim="1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제목 텍스트">
            <a:extLst xmlns:a="http://schemas.openxmlformats.org/drawingml/2006/main">
              <a:ext uri="{FF2B5EF4-FFF2-40B4-BE49-F238E27FC236}">
                <a16:creationId xmlns:a16="http://schemas.microsoft.com/office/drawing/2014/main" id="{AD67843B-E562-4949-896A-FD57732B3E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t>제목 텍스트</a:t>
            </a:r>
          </a:p>
        </p:txBody>
      </p:sp>
      <p:sp>
        <p:nvSpPr>
          <p:cNvPr id="12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7DEA3AF2-AB6E-4554-8E69-35CB1690FD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spcBef>
                <a:spcPts val="0"/>
              </a:spcBef>
              <a:buSzTx/>
              <a:buNone/>
              <a:defRPr/>
            </a:lvl1pPr>
            <a:lvl2pPr marL="0" indent="0">
              <a:spcBef>
                <a:spcPts val="0"/>
              </a:spcBef>
              <a:buSzTx/>
              <a:buNone/>
              <a:defRPr/>
            </a:lvl2pPr>
            <a:lvl3pPr marL="0" indent="0">
              <a:spcBef>
                <a:spcPts val="0"/>
              </a:spcBef>
              <a:buSzTx/>
              <a:buNone/>
              <a:defRPr/>
            </a:lvl3pPr>
            <a:lvl4pPr marL="0" indent="0">
              <a:spcBef>
                <a:spcPts val="0"/>
              </a:spcBef>
              <a:buSzTx/>
              <a:buNone/>
              <a:defRPr/>
            </a:lvl4pPr>
            <a:lvl5pPr marL="0" indent="0">
              <a:spcBef>
                <a:spcPts val="0"/>
              </a:spcBef>
              <a:buSzTx/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본문 첫 번째 줄</a:t>
            </a:r>
          </a:p>
          <a:p xmlns:a="http://schemas.openxmlformats.org/drawingml/2006/main">
            <a:pPr lvl="1">
              <a:buNone/>
            </a:pPr>
            <a:r>
              <a:t>본문 두 번째 줄</a:t>
            </a:r>
          </a:p>
          <a:p xmlns:a="http://schemas.openxmlformats.org/drawingml/2006/main">
            <a:pPr lvl="2">
              <a:buNone/>
            </a:pPr>
            <a:r>
              <a:t>본문 세 번째 줄</a:t>
            </a:r>
          </a:p>
          <a:p xmlns:a="http://schemas.openxmlformats.org/drawingml/2006/main">
            <a:pPr lvl="3">
              <a:buNone/>
            </a:pPr>
            <a:r>
              <a:t>본문 네 번째 줄</a:t>
            </a:r>
          </a:p>
          <a:p xmlns:a="http://schemas.openxmlformats.org/drawingml/2006/main">
            <a:pPr lvl="4">
              <a:buNone/>
            </a:pPr>
            <a:r>
              <a:t>본문 다섯 번째 줄</a:t>
            </a:r>
          </a:p>
        </p:txBody>
      </p:sp>
      <p:sp>
        <p:nvSpPr>
          <p:cNvPr id="13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CD76CDA1-485D-47A2-8F62-5FB9F60462EC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Sp="1" showMasterPhAnim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제목 텍스트">
            <a:extLst xmlns:a="http://schemas.openxmlformats.org/drawingml/2006/main">
              <a:ext uri="{FF2B5EF4-FFF2-40B4-BE49-F238E27FC236}">
                <a16:creationId xmlns:a16="http://schemas.microsoft.com/office/drawing/2014/main" id="{6A0A4053-121D-4EF7-B72A-A598D2F3E3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t>제목 텍스트</a:t>
            </a:r>
          </a:p>
        </p:txBody>
      </p:sp>
      <p:sp>
        <p:nvSpPr>
          <p:cNvPr id="21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59D9842E-DEC1-4AFD-A2B8-41DEAFC470AA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3.xml><?xml version="1.0" encoding="utf-8"?>
<p:sldLayout xmlns:p="http://schemas.openxmlformats.org/presentationml/2006/main" showMasterSp="1" showMasterPhAnim="1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제목 텍스트">
            <a:extLst xmlns:a="http://schemas.openxmlformats.org/drawingml/2006/main">
              <a:ext uri="{FF2B5EF4-FFF2-40B4-BE49-F238E27FC236}">
                <a16:creationId xmlns:a16="http://schemas.microsoft.com/office/drawing/2014/main" id="{CA099289-509F-4F7B-BE32-9AA9EAE814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제목 텍스트</a:t>
            </a:r>
          </a:p>
        </p:txBody>
      </p:sp>
      <p:sp>
        <p:nvSpPr>
          <p:cNvPr id="29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D000430D-5359-4D7C-93ED-5B7A6EBC5C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본문 첫 번째 줄</a:t>
            </a:r>
          </a:p>
          <a:p xmlns:a="http://schemas.openxmlformats.org/drawingml/2006/main">
            <a:pPr lvl="1">
              <a:buNone/>
            </a:pPr>
            <a:r>
              <a:t>본문 두 번째 줄</a:t>
            </a:r>
          </a:p>
          <a:p xmlns:a="http://schemas.openxmlformats.org/drawingml/2006/main">
            <a:pPr lvl="2">
              <a:buNone/>
            </a:pPr>
            <a:r>
              <a:t>본문 세 번째 줄</a:t>
            </a:r>
          </a:p>
          <a:p xmlns:a="http://schemas.openxmlformats.org/drawingml/2006/main">
            <a:pPr lvl="3">
              <a:buNone/>
            </a:pPr>
            <a:r>
              <a:t>본문 네 번째 줄</a:t>
            </a:r>
          </a:p>
          <a:p xmlns:a="http://schemas.openxmlformats.org/drawingml/2006/main">
            <a:pPr lvl="4">
              <a:buNone/>
            </a:pPr>
            <a:r>
              <a:t>본문 다섯 번째 줄</a:t>
            </a:r>
          </a:p>
        </p:txBody>
      </p:sp>
      <p:sp>
        <p:nvSpPr>
          <p:cNvPr id="30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1DB248BC-C1AA-4E1B-A02E-70C4B0B83B79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4.xml><?xml version="1.0" encoding="utf-8"?>
<p:sldLayout xmlns:p="http://schemas.openxmlformats.org/presentationml/2006/main" showMasterSp="1" showMasterPhAnim="1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제목 텍스트">
            <a:extLst xmlns:a="http://schemas.openxmlformats.org/drawingml/2006/main">
              <a:ext uri="{FF2B5EF4-FFF2-40B4-BE49-F238E27FC236}">
                <a16:creationId xmlns:a16="http://schemas.microsoft.com/office/drawing/2014/main" id="{370E8C44-F261-4A0F-909D-2897A9141F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제목 텍스트</a:t>
            </a:r>
          </a:p>
        </p:txBody>
      </p:sp>
      <p:sp>
        <p:nvSpPr>
          <p:cNvPr id="38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047623B1-F9B5-44D7-80BB-FFB903B908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본문 첫 번째 줄</a:t>
            </a:r>
          </a:p>
          <a:p xmlns:a="http://schemas.openxmlformats.org/drawingml/2006/main">
            <a:pPr lvl="1">
              <a:buNone/>
            </a:pPr>
            <a:r>
              <a:t>본문 두 번째 줄</a:t>
            </a:r>
          </a:p>
          <a:p xmlns:a="http://schemas.openxmlformats.org/drawingml/2006/main">
            <a:pPr lvl="2">
              <a:buNone/>
            </a:pPr>
            <a:r>
              <a:t>본문 세 번째 줄</a:t>
            </a:r>
          </a:p>
          <a:p xmlns:a="http://schemas.openxmlformats.org/drawingml/2006/main">
            <a:pPr lvl="3">
              <a:buNone/>
            </a:pPr>
            <a:r>
              <a:t>본문 네 번째 줄</a:t>
            </a:r>
          </a:p>
          <a:p xmlns:a="http://schemas.openxmlformats.org/drawingml/2006/main">
            <a:pPr lvl="4">
              <a:buNone/>
            </a:pPr>
            <a:r>
              <a:t>본문 다섯 번째 줄</a:t>
            </a:r>
          </a:p>
        </p:txBody>
      </p:sp>
      <p:sp>
        <p:nvSpPr>
          <p:cNvPr id="39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E5CC2B2-3BCD-438E-BB94-7B3D949DAB07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89F48A5E-22F0-4E13-9A81-B0C586FE4B4D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5.xml><?xml version="1.0" encoding="utf-8"?>
<p:sldLayout xmlns:p="http://schemas.openxmlformats.org/presentationml/2006/main" showMasterSp="1" showMasterPhAnim="1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제목 텍스트">
            <a:extLst xmlns:a="http://schemas.openxmlformats.org/drawingml/2006/main">
              <a:ext uri="{FF2B5EF4-FFF2-40B4-BE49-F238E27FC236}">
                <a16:creationId xmlns:a16="http://schemas.microsoft.com/office/drawing/2014/main" id="{C96C138E-21AF-474F-8F9B-4F73A1B3A3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제목 텍스트</a:t>
            </a:r>
          </a:p>
        </p:txBody>
      </p:sp>
      <p:sp>
        <p:nvSpPr>
          <p:cNvPr id="48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83DC08EB-600C-40A5-96F4-BAFAFD4D34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본문 첫 번째 줄</a:t>
            </a:r>
          </a:p>
          <a:p xmlns:a="http://schemas.openxmlformats.org/drawingml/2006/main">
            <a:pPr lvl="1">
              <a:buNone/>
            </a:pPr>
            <a:r>
              <a:t>본문 두 번째 줄</a:t>
            </a:r>
          </a:p>
          <a:p xmlns:a="http://schemas.openxmlformats.org/drawingml/2006/main">
            <a:pPr lvl="2">
              <a:buNone/>
            </a:pPr>
            <a:r>
              <a:t>본문 세 번째 줄</a:t>
            </a:r>
          </a:p>
          <a:p xmlns:a="http://schemas.openxmlformats.org/drawingml/2006/main">
            <a:pPr lvl="3">
              <a:buNone/>
            </a:pPr>
            <a:r>
              <a:t>본문 네 번째 줄</a:t>
            </a:r>
          </a:p>
          <a:p xmlns:a="http://schemas.openxmlformats.org/drawingml/2006/main">
            <a:pPr lvl="4">
              <a:buNone/>
            </a:pPr>
            <a:r>
              <a:t>본문 다섯 번째 줄</a:t>
            </a:r>
          </a:p>
        </p:txBody>
      </p:sp>
      <p:sp>
        <p:nvSpPr>
          <p:cNvPr id="49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ECCFC985-6123-47AA-BE35-0BC3F24CA3F1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6.xml><?xml version="1.0" encoding="utf-8"?>
<p:sldLayout xmlns:p="http://schemas.openxmlformats.org/presentationml/2006/main" showMasterSp="1" showMasterPhAnim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17BFB5C2-3A16-4101-96CA-38564802D0B6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theme/theme2.xml" Id="Rb70a5dd7e6994810"/><Relationship Type="http://schemas.openxmlformats.org/officeDocument/2006/relationships/slideLayout" Target="../slideLayouts/slideLayout1.xml" Id="R8343bbcd6cd543c8"/><Relationship Type="http://schemas.openxmlformats.org/officeDocument/2006/relationships/slideLayout" Target="../slideLayouts/slideLayout2.xml" Id="R8e9511e69e9543c6"/><Relationship Type="http://schemas.openxmlformats.org/officeDocument/2006/relationships/slideLayout" Target="../slideLayouts/slideLayout3.xml" Id="R269157278181484d"/><Relationship Type="http://schemas.openxmlformats.org/officeDocument/2006/relationships/slideLayout" Target="../slideLayouts/slideLayout4.xml" Id="Rd8495e3f849446a3"/><Relationship Type="http://schemas.openxmlformats.org/officeDocument/2006/relationships/slideLayout" Target="../slideLayouts/slideLayout5.xml" Id="Rd761309a27fa4924"/><Relationship Type="http://schemas.openxmlformats.org/officeDocument/2006/relationships/slideLayout" Target="../slideLayouts/slideLayout6.xml" Id="R1858971a94c8488d"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텍스트">
            <a:extLst xmlns:a="http://schemas.openxmlformats.org/drawingml/2006/main">
              <a:ext uri="{FF2B5EF4-FFF2-40B4-BE49-F238E27FC236}">
                <a16:creationId xmlns:a16="http://schemas.microsoft.com/office/drawing/2014/main" id="{1172680B-B882-482F-84A6-821F970C73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제목 텍스트</a:t>
            </a:r>
          </a:p>
        </p:txBody>
      </p:sp>
      <p:sp>
        <p:nvSpPr>
          <p:cNvPr id="3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D2975F19-77D3-47E9-834A-0589BBDC8B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본문 첫 번째 줄</a:t>
            </a:r>
          </a:p>
          <a:p xmlns:a="http://schemas.openxmlformats.org/drawingml/2006/main">
            <a:pPr lvl="1">
              <a:buNone/>
            </a:pPr>
            <a:r>
              <a:t>본문 두 번째 줄</a:t>
            </a:r>
          </a:p>
          <a:p xmlns:a="http://schemas.openxmlformats.org/drawingml/2006/main">
            <a:pPr lvl="2">
              <a:buNone/>
            </a:pPr>
            <a:r>
              <a:t>본문 세 번째 줄</a:t>
            </a:r>
          </a:p>
          <a:p xmlns:a="http://schemas.openxmlformats.org/drawingml/2006/main">
            <a:pPr lvl="3">
              <a:buNone/>
            </a:pPr>
            <a:r>
              <a:t>본문 네 번째 줄</a:t>
            </a:r>
          </a:p>
          <a:p xmlns:a="http://schemas.openxmlformats.org/drawingml/2006/main">
            <a:pPr lvl="4">
              <a:buNone/>
            </a:pPr>
            <a:r>
              <a:t>본문 다섯 번째 줄</a:t>
            </a:r>
          </a:p>
        </p:txBody>
      </p:sp>
      <p:sp>
        <p:nvSpPr>
          <p:cNvPr id="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8372A27F-12B1-4FB3-BAC9-2D5E236F9286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5892800" y="6172200"/>
            <a:ext cx="2844800" cy="3683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wrap="none" lIns="45719" rIns="45719" anchor="ctr">
            <a:spAutoFit/>
          </a:bodyPr>
          <a:lstStyle xmlns:a="http://schemas.openxmlformats.org/drawingml/2006/main">
            <a:lvl1pPr algn="r">
              <a:buNone/>
              <a:defRPr sz="120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43bbcd6cd543c8"/>
    <p:sldLayoutId xmlns:r="http://schemas.openxmlformats.org/officeDocument/2006/relationships" id="2147483650" r:id="R8e9511e69e9543c6"/>
    <p:sldLayoutId xmlns:r="http://schemas.openxmlformats.org/officeDocument/2006/relationships" id="2147483651" r:id="R269157278181484d"/>
    <p:sldLayoutId xmlns:r="http://schemas.openxmlformats.org/officeDocument/2006/relationships" id="2147483652" r:id="Rd8495e3f849446a3"/>
    <p:sldLayoutId xmlns:r="http://schemas.openxmlformats.org/officeDocument/2006/relationships" id="2147483653" r:id="Rd761309a27fa4924"/>
    <p:sldLayoutId xmlns:r="http://schemas.openxmlformats.org/officeDocument/2006/relationships" id="2147483654" r:id="R1858971a94c8488d"/>
  </p:sldLayoutIdLst>
  <p:txStyles>
    <p:titleStyle>
      <a:lvl1pPr xmlns:a="http://schemas.openxmlformats.org/drawingml/2006/main" marL="0" marR="0" indent="0" algn="l" defTabSz="91440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1pPr>
      <a:lvl2pPr xmlns:a="http://schemas.openxmlformats.org/drawingml/2006/main" marL="0" marR="0" indent="0" algn="l" defTabSz="91440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2pPr>
      <a:lvl3pPr xmlns:a="http://schemas.openxmlformats.org/drawingml/2006/main" marL="0" marR="0" indent="0" algn="l" defTabSz="91440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3pPr>
      <a:lvl4pPr xmlns:a="http://schemas.openxmlformats.org/drawingml/2006/main" marL="0" marR="0" indent="0" algn="l" defTabSz="91440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4pPr>
      <a:lvl5pPr xmlns:a="http://schemas.openxmlformats.org/drawingml/2006/main" marL="0" marR="0" indent="0" algn="l" defTabSz="91440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5pPr>
      <a:lvl6pPr xmlns:a="http://schemas.openxmlformats.org/drawingml/2006/main" marL="0" marR="0" indent="0" algn="l" defTabSz="91440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6pPr>
      <a:lvl7pPr xmlns:a="http://schemas.openxmlformats.org/drawingml/2006/main" marL="0" marR="0" indent="0" algn="l" defTabSz="91440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7pPr>
      <a:lvl8pPr xmlns:a="http://schemas.openxmlformats.org/drawingml/2006/main" marL="0" marR="0" indent="0" algn="l" defTabSz="91440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8pPr>
      <a:lvl9pPr xmlns:a="http://schemas.openxmlformats.org/drawingml/2006/main" marL="0" marR="0" indent="0" algn="l" defTabSz="91440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9pPr>
    </p:titleStyle>
    <p:bodyStyle>
      <a:lvl1pPr xmlns:a="http://schemas.openxmlformats.org/drawingml/2006/main" marL="228600" marR="0" indent="-228600" algn="l" defTabSz="91440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1pPr>
      <a:lvl2pPr xmlns:a="http://schemas.openxmlformats.org/drawingml/2006/main" marL="571500" marR="0" indent="-266700" algn="l" defTabSz="91440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2pPr>
      <a:lvl3pPr xmlns:a="http://schemas.openxmlformats.org/drawingml/2006/main" marL="929639" marR="0" indent="-320039" algn="l" defTabSz="91440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3pPr>
      <a:lvl4pPr xmlns:a="http://schemas.openxmlformats.org/drawingml/2006/main" marL="1270000" marR="0" indent="-355600" algn="l" defTabSz="91440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4pPr>
      <a:lvl5pPr xmlns:a="http://schemas.openxmlformats.org/drawingml/2006/main" marL="1574800" marR="0" indent="-355600" algn="l" defTabSz="91440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5pPr>
      <a:lvl6pPr xmlns:a="http://schemas.openxmlformats.org/drawingml/2006/main" marL="1879600" marR="0" indent="-355600" algn="l" defTabSz="91440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6pPr>
      <a:lvl7pPr xmlns:a="http://schemas.openxmlformats.org/drawingml/2006/main" marL="2184400" marR="0" indent="-355600" algn="l" defTabSz="91440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7pPr>
      <a:lvl8pPr xmlns:a="http://schemas.openxmlformats.org/drawingml/2006/main" marL="2489200" marR="0" indent="-355600" algn="l" defTabSz="91440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8pPr>
      <a:lvl9pPr xmlns:a="http://schemas.openxmlformats.org/drawingml/2006/main" marL="2794000" marR="0" indent="-355600" algn="l" defTabSz="91440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9pPr>
    </p:bodyStyle>
    <p:otherStyle>
      <a:lvl1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Pretendard"/>
        <a:ea typeface="Pretendard"/>
        <a:cs typeface="Pretendard"/>
      </a:majorFont>
      <a:minorFont>
        <a:latin typeface="Pretendard"/>
        <a:ea typeface="Pretendard"/>
        <a:cs typeface="Pretendard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cc77369879504322"/><Relationship Type="http://schemas.openxmlformats.org/officeDocument/2006/relationships/image" Target="../media/image.png" Id="R54a3a3a5843d44b1"/><Relationship Type="http://schemas.openxmlformats.org/officeDocument/2006/relationships/notesSlide" Target="../notesSlides/notesSlide1.xml" Id="R1ba8fc188ab94e7e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59fe594f57fe4604"/><Relationship Type="http://schemas.openxmlformats.org/officeDocument/2006/relationships/notesSlide" Target="../notesSlides/notesSlide2.xml" Id="R2d924cb99d254ecc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d31c41ad97624917"/><Relationship Type="http://schemas.openxmlformats.org/officeDocument/2006/relationships/image" Target="../media/image.jpeg" Id="R45d889c7003943f4"/><Relationship Type="http://schemas.openxmlformats.org/officeDocument/2006/relationships/notesSlide" Target="../notesSlides/notesSlide3.xml" Id="R260f9ee6acf142ff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850535ca3a7c4501"/><Relationship Type="http://schemas.openxmlformats.org/officeDocument/2006/relationships/image" Target="../media/image2.png" Id="R9679d44a2c69446e"/><Relationship Type="http://schemas.openxmlformats.org/officeDocument/2006/relationships/notesSlide" Target="../notesSlides/notesSlide4.xml" Id="R3266aca7326842c4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1380c65b99e34839"/><Relationship Type="http://schemas.openxmlformats.org/officeDocument/2006/relationships/image" Target="../media/image2.jpeg" Id="Re61b69ccfdca4fb9"/><Relationship Type="http://schemas.openxmlformats.org/officeDocument/2006/relationships/image" Target="../media/image3.jpeg" Id="R0fad422cb49c4197"/><Relationship Type="http://schemas.openxmlformats.org/officeDocument/2006/relationships/notesSlide" Target="../notesSlides/notesSlide5.xml" Id="R2e1700ece52f4029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0e8dd65cb7fa4830"/><Relationship Type="http://schemas.openxmlformats.org/officeDocument/2006/relationships/image" Target="../media/image3.png" Id="R0987192a1cc54dfc"/><Relationship Type="http://schemas.openxmlformats.org/officeDocument/2006/relationships/notesSlide" Target="../notesSlides/notesSlide6.xml" Id="Rc795dc9cc1074206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a564343484904a04"/><Relationship Type="http://schemas.openxmlformats.org/officeDocument/2006/relationships/notesSlide" Target="../notesSlides/notesSlide7.xml" Id="R760fb13cd2264a82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904b4c56b847485d"/><Relationship Type="http://schemas.openxmlformats.org/officeDocument/2006/relationships/image" Target="../media/image4.png" Id="R9852964b72a443c2"/><Relationship Type="http://schemas.openxmlformats.org/officeDocument/2006/relationships/notesSlide" Target="../notesSlides/notesSlide8.xml" Id="R3e6b63984f474982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38c9075ad37e4235"/><Relationship Type="http://schemas.openxmlformats.org/officeDocument/2006/relationships/notesSlide" Target="../notesSlides/notesSlide9.xml" Id="R1bccbde930744a77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6.xml" Id="R4e19dee3bcae431a"/><Relationship Type="http://schemas.openxmlformats.org/officeDocument/2006/relationships/notesSlide" Target="../notesSlides/notesSlide10.xml" Id="R8420ab43d6c84219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v7-image8.png"/><Relationship Id="rId4" Type="http://schemas.openxmlformats.org/officeDocument/2006/relationships/video" Target="../media/v7-media1.mp4"/><Relationship Id="rId5" Type="http://schemas.microsoft.com/office/2007/relationships/media" Target="../media/v7-media1.mp4"/><Relationship Id="rId6" Type="http://schemas.openxmlformats.org/officeDocument/2006/relationships/image" Target="../media/v7-image9.png"/></Relationships>
</file>

<file path=ppt/slides/slide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25485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5" name="image.png">
            <a:extLst xmlns:a="http://schemas.openxmlformats.org/drawingml/2006/main">
              <a:ext uri="{FF2B5EF4-FFF2-40B4-BE49-F238E27FC236}">
                <a16:creationId xmlns:a16="http://schemas.microsoft.com/office/drawing/2014/main" id="{0DCC5060-D8DE-4F43-87A7-377C333928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a3a3a5843d44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609600"/>
            <a:ext cx="838200" cy="8382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66" name="여행 준비 서비스">
            <a:extLst xmlns:a="http://schemas.openxmlformats.org/drawingml/2006/main">
              <a:ext uri="{FF2B5EF4-FFF2-40B4-BE49-F238E27FC236}">
                <a16:creationId xmlns:a16="http://schemas.microsoft.com/office/drawing/2014/main" id="{97854122-FDC1-4219-B265-FE57884B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2EBE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E2EBE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E2EBE9"/>
                </a:solidFill>
                <a:latin typeface="Pretendard"/>
                <a:ea typeface="Pretendard"/>
                <a:cs typeface="Pretendard"/>
              </a:rPr>
              <a:t>여행 준비 서비스</a:t>
            </a:r>
          </a:p>
        </p:txBody>
      </p:sp>
      <p:sp>
        <p:nvSpPr>
          <p:cNvPr id="67" name="고잉">
            <a:extLst xmlns:a="http://schemas.openxmlformats.org/drawingml/2006/main">
              <a:ext uri="{FF2B5EF4-FFF2-40B4-BE49-F238E27FC236}">
                <a16:creationId xmlns:a16="http://schemas.microsoft.com/office/drawing/2014/main" id="{EA158E71-74AE-4158-BC78-61E8099E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38425"/>
            <a:ext cx="7620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8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8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고잉</a:t>
            </a:r>
          </a:p>
        </p:txBody>
      </p:sp>
      <p:sp>
        <p:nvSpPr>
          <p:cNvPr id="68" name="예약 메일부터 하루 일정까지">
            <a:extLst xmlns:a="http://schemas.openxmlformats.org/drawingml/2006/main">
              <a:ext uri="{FF2B5EF4-FFF2-40B4-BE49-F238E27FC236}">
                <a16:creationId xmlns:a16="http://schemas.microsoft.com/office/drawing/2014/main" id="{0F485C22-27B7-44BE-9DA7-DEE7B2DF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예약 메일부터 하루 일정까지</a:t>
            </a:r>
          </a:p>
        </p:txBody>
      </p:sp>
      <p:sp>
        <p:nvSpPr>
          <p:cNvPr id="69" name="흩어진 예약을 모으고, 가고 싶은 곳을 일정으로 연결합니다.">
            <a:extLst xmlns:a="http://schemas.openxmlformats.org/drawingml/2006/main">
              <a:ext uri="{FF2B5EF4-FFF2-40B4-BE49-F238E27FC236}">
                <a16:creationId xmlns:a16="http://schemas.microsoft.com/office/drawing/2014/main" id="{E83C5B15-B435-42C5-BB70-4343EE4A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DCE6E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DCE6E9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DCE6E9"/>
                </a:solidFill>
                <a:latin typeface="Pretendard"/>
                <a:ea typeface="Pretendard"/>
                <a:cs typeface="Pretendard"/>
              </a:rPr>
              <a:t>흩어진 예약을 모으고, 가고 싶은 곳을 일정으로 연결합니다.</a:t>
            </a:r>
          </a:p>
        </p:txBody>
      </p:sp>
      <p:sp>
        <p:nvSpPr>
          <p:cNvPr id="70" name="프로젝트 발표  ·  2026.10">
            <a:extLst xmlns:a="http://schemas.openxmlformats.org/drawingml/2006/main">
              <a:ext uri="{FF2B5EF4-FFF2-40B4-BE49-F238E27FC236}">
                <a16:creationId xmlns:a16="http://schemas.microsoft.com/office/drawing/2014/main" id="{34D0E286-7FE3-45FA-8DC2-0FDC6594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E2EBE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E2EBE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E2EBE9"/>
                </a:solidFill>
                <a:latin typeface="Pretendard"/>
                <a:ea typeface="Pretendard"/>
                <a:cs typeface="Pretendard"/>
              </a:rPr>
              <a:t>프로젝트 발표  ·  2026.10</a:t>
            </a:r>
          </a:p>
        </p:txBody>
      </p:sp>
    </p:spTree>
    <p:extLst>
      <p:ext uri="{BB962C8B-B14F-4D97-AF65-F5344CB8AC3E}">
        <p14:creationId xmlns:p14="http://schemas.microsoft.com/office/powerpoint/2010/main" val="1740770962"/>
      </p:ext>
    </p:extLst>
  </p:cSld>
</p:sld>
</file>

<file path=ppt/slides/slide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고잉  /  문제">
            <a:extLst xmlns:a="http://schemas.openxmlformats.org/drawingml/2006/main">
              <a:ext uri="{FF2B5EF4-FFF2-40B4-BE49-F238E27FC236}">
                <a16:creationId xmlns:a16="http://schemas.microsoft.com/office/drawing/2014/main" id="{69EFCD91-44D5-43F5-8084-53AB806F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고잉  /  문제</a:t>
            </a:r>
          </a:p>
        </p:txBody>
      </p:sp>
      <p:sp>
        <p:nvSpPr>
          <p:cNvPr id="75" name="여행할 때마다 다시 찾는 정보">
            <a:extLst xmlns:a="http://schemas.openxmlformats.org/drawingml/2006/main">
              <a:ext uri="{FF2B5EF4-FFF2-40B4-BE49-F238E27FC236}">
                <a16:creationId xmlns:a16="http://schemas.microsoft.com/office/drawing/2014/main" id="{158F85F1-F4D5-41AA-B162-30FB92E1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여행할 때마다 다시 찾는 정보</a:t>
            </a:r>
          </a:p>
        </p:txBody>
      </p:sp>
      <p:sp>
        <p:nvSpPr>
          <p:cNvPr id="76" name="장소를 고른 뒤에도 예약과 동선을 다시 확인해야 했습니다">
            <a:extLst xmlns:a="http://schemas.openxmlformats.org/drawingml/2006/main">
              <a:ext uri="{FF2B5EF4-FFF2-40B4-BE49-F238E27FC236}">
                <a16:creationId xmlns:a16="http://schemas.microsoft.com/office/drawing/2014/main" id="{983A3FE3-2B8A-4C1A-80A1-56699F0E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장소를 고른 뒤에도 예약과 동선을 다시 확인해야 했습니다</a:t>
            </a:r>
          </a:p>
        </p:txBody>
      </p:sp>
      <p:sp>
        <p:nvSpPr>
          <p:cNvPr id="77" name="02">
            <a:extLst xmlns:a="http://schemas.openxmlformats.org/drawingml/2006/main">
              <a:ext uri="{FF2B5EF4-FFF2-40B4-BE49-F238E27FC236}">
                <a16:creationId xmlns:a16="http://schemas.microsoft.com/office/drawing/2014/main" id="{7A880379-EDFC-4D3F-ACB1-0D79144B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78" name="“현지어 리뷰가 많은 식당도 가보고 싶다”">
            <a:extLst xmlns:a="http://schemas.openxmlformats.org/drawingml/2006/main">
              <a:ext uri="{FF2B5EF4-FFF2-40B4-BE49-F238E27FC236}">
                <a16:creationId xmlns:a16="http://schemas.microsoft.com/office/drawing/2014/main" id="{68612817-C324-4E7A-9B9C-602CDA76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31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“현지어 리뷰가 많은 식당도 가보고 싶다”</a:t>
            </a:r>
          </a:p>
        </p:txBody>
      </p:sp>
      <p:sp>
        <p:nvSpPr>
          <p:cNvPr id="79" name="“이 식당을 들렀다가 다음 예약에 갈 수 있을까?”">
            <a:extLst xmlns:a="http://schemas.openxmlformats.org/drawingml/2006/main">
              <a:ext uri="{FF2B5EF4-FFF2-40B4-BE49-F238E27FC236}">
                <a16:creationId xmlns:a16="http://schemas.microsoft.com/office/drawing/2014/main" id="{0DDB1FA1-5A49-4177-BFF8-3862EB1B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“이 식당을 들렀다가 다음 예약에 갈 수 있을까?”</a:t>
            </a:r>
          </a:p>
        </p:txBody>
      </p:sp>
      <p:sp>
        <p:nvSpPr>
          <p:cNvPr id="80" name="메일함">
            <a:extLst xmlns:a="http://schemas.openxmlformats.org/drawingml/2006/main">
              <a:ext uri="{FF2B5EF4-FFF2-40B4-BE49-F238E27FC236}">
                <a16:creationId xmlns:a16="http://schemas.microsoft.com/office/drawing/2014/main" id="{5F28332E-1545-4F95-9235-BA734CE8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메일함</a:t>
            </a:r>
          </a:p>
        </p:txBody>
      </p:sp>
      <p:sp>
        <p:nvSpPr>
          <p:cNvPr id="81" name="예약 날짜와 시간">
            <a:extLst xmlns:a="http://schemas.openxmlformats.org/drawingml/2006/main">
              <a:ext uri="{FF2B5EF4-FFF2-40B4-BE49-F238E27FC236}">
                <a16:creationId xmlns:a16="http://schemas.microsoft.com/office/drawing/2014/main" id="{74A801B6-E675-431D-9488-20BF4451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예약 날짜와 시간</a:t>
            </a:r>
          </a:p>
        </p:txBody>
      </p:sp>
      <p:sp>
        <p:nvSpPr>
          <p:cNvPr id="82" name="지도와 리뷰">
            <a:extLst xmlns:a="http://schemas.openxmlformats.org/drawingml/2006/main">
              <a:ext uri="{FF2B5EF4-FFF2-40B4-BE49-F238E27FC236}">
                <a16:creationId xmlns:a16="http://schemas.microsoft.com/office/drawing/2014/main" id="{3A5A0D36-01B5-422D-BA2F-CEE72E80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339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지도와 리뷰</a:t>
            </a:r>
          </a:p>
        </p:txBody>
      </p:sp>
      <p:sp>
        <p:nvSpPr>
          <p:cNvPr id="83" name="장소를 고르고 거리 비교">
            <a:extLst xmlns:a="http://schemas.openxmlformats.org/drawingml/2006/main">
              <a:ext uri="{FF2B5EF4-FFF2-40B4-BE49-F238E27FC236}">
                <a16:creationId xmlns:a16="http://schemas.microsoft.com/office/drawing/2014/main" id="{1EAA2EE7-2EC9-4A30-A68D-49BE9DA0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1492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장소를 고르고 거리 비교</a:t>
            </a:r>
          </a:p>
        </p:txBody>
      </p:sp>
      <p:sp>
        <p:nvSpPr>
          <p:cNvPr id="84" name="여행 메모">
            <a:extLst xmlns:a="http://schemas.openxmlformats.org/drawingml/2006/main">
              <a:ext uri="{FF2B5EF4-FFF2-40B4-BE49-F238E27FC236}">
                <a16:creationId xmlns:a16="http://schemas.microsoft.com/office/drawing/2014/main" id="{C8C86696-9FB9-46F1-AA9C-2A14BC62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339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여행 메모</a:t>
            </a:r>
          </a:p>
        </p:txBody>
      </p:sp>
      <p:sp>
        <p:nvSpPr>
          <p:cNvPr id="85" name="예약과 동선을 다시 맞추기">
            <a:extLst xmlns:a="http://schemas.openxmlformats.org/drawingml/2006/main">
              <a:ext uri="{FF2B5EF4-FFF2-40B4-BE49-F238E27FC236}">
                <a16:creationId xmlns:a16="http://schemas.microsoft.com/office/drawing/2014/main" id="{0351A8FA-234E-4C44-ADB2-34317572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1492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예약과 동선을 다시 맞추기</a:t>
            </a:r>
          </a:p>
        </p:txBody>
      </p:sp>
    </p:spTree>
    <p:extLst>
      <p:ext uri="{BB962C8B-B14F-4D97-AF65-F5344CB8AC3E}">
        <p14:creationId xmlns:p14="http://schemas.microsoft.com/office/powerpoint/2010/main" val="2030801100"/>
      </p:ext>
    </p:extLst>
  </p:cSld>
</p:sld>
</file>

<file path=ppt/slides/slide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고잉  /  사용 흐름">
            <a:extLst xmlns:a="http://schemas.openxmlformats.org/drawingml/2006/main">
              <a:ext uri="{FF2B5EF4-FFF2-40B4-BE49-F238E27FC236}">
                <a16:creationId xmlns:a16="http://schemas.microsoft.com/office/drawing/2014/main" id="{3411D6DE-A84F-4051-A617-52EC08D6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고잉  /  사용 흐름</a:t>
            </a:r>
          </a:p>
        </p:txBody>
      </p:sp>
      <p:sp>
        <p:nvSpPr>
          <p:cNvPr id="90" name="여행 하나를 중심으로">
            <a:extLst xmlns:a="http://schemas.openxmlformats.org/drawingml/2006/main">
              <a:ext uri="{FF2B5EF4-FFF2-40B4-BE49-F238E27FC236}">
                <a16:creationId xmlns:a16="http://schemas.microsoft.com/office/drawing/2014/main" id="{E3FBAEAB-0A6E-4736-928E-A1ECC411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추천과 질문을 메인에서</a:t>
            </a:r>
          </a:p>
        </p:txBody>
      </p:sp>
      <p:sp>
        <p:nvSpPr>
          <p:cNvPr id="91" name="도시와 날짜를 한 번 입력하고 계속 이어서 사용합니다">
            <a:extLst xmlns:a="http://schemas.openxmlformats.org/drawingml/2006/main">
              <a:ext uri="{FF2B5EF4-FFF2-40B4-BE49-F238E27FC236}">
                <a16:creationId xmlns:a16="http://schemas.microsoft.com/office/drawing/2014/main" id="{6010E9E6-6CCB-4B40-BE00-6928E5E5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여행 조건은 이어받고, 필요한 정보만 나중에 더합니다</a:t>
            </a:r>
          </a:p>
        </p:txBody>
      </p:sp>
      <p:sp>
        <p:nvSpPr>
          <p:cNvPr id="92" name="03">
            <a:extLst xmlns:a="http://schemas.openxmlformats.org/drawingml/2006/main">
              <a:ext uri="{FF2B5EF4-FFF2-40B4-BE49-F238E27FC236}">
                <a16:creationId xmlns:a16="http://schemas.microsoft.com/office/drawing/2014/main" id="{A0F443CD-A931-4451-965D-95A07B55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93" name="도시와 날짜를 먼저">
            <a:extLst xmlns:a="http://schemas.openxmlformats.org/drawingml/2006/main">
              <a:ext uri="{FF2B5EF4-FFF2-40B4-BE49-F238E27FC236}">
                <a16:creationId xmlns:a16="http://schemas.microsoft.com/office/drawing/2014/main" id="{10DB1417-5C13-42D3-88A2-6B0D8129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가볼 곳과 예약 질문</a:t>
            </a:r>
          </a:p>
        </p:txBody>
      </p:sp>
      <p:sp>
        <p:nvSpPr>
          <p:cNvPr id="94" name="예약과 장소, 일정에서 같은 여행 정보를 재사용">
            <a:extLst xmlns:a="http://schemas.openxmlformats.org/drawingml/2006/main">
              <a:ext uri="{FF2B5EF4-FFF2-40B4-BE49-F238E27FC236}">
                <a16:creationId xmlns:a16="http://schemas.microsoft.com/office/drawing/2014/main" id="{1FDB0F81-E904-4D6A-A1FA-2435EC2D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331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최근 장소를 바로 저장</a:t>
            </a:r>
            <a:br>
              <a: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r>
              <a: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메인에서 AI 질문 시작</a:t>
            </a:r>
          </a:p>
        </p:txBody>
      </p:sp>
      <p:sp>
        <p:nvSpPr>
          <p:cNvPr id="95" name="숙소 없이도 시작 필요한 조건만 나중에 추가">
            <a:extLst xmlns:a="http://schemas.openxmlformats.org/drawingml/2006/main">
              <a:ext uri="{FF2B5EF4-FFF2-40B4-BE49-F238E27FC236}">
                <a16:creationId xmlns:a16="http://schemas.microsoft.com/office/drawing/2014/main" id="{8FBF7939-DAFF-4FAF-8140-56054EF9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331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숙소와 취향은 선택</a:t>
            </a:r>
            <a:br>
              <a:rPr sz="20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</a:br>
            <a:r>
              <a:rPr sz="20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추천 진행 상태도 이어 보기</a:t>
            </a:r>
          </a:p>
        </p:txBody>
      </p:sp>
      <p:pic>
        <p:nvPicPr>
          <p:cNvPr id="96" name="image2.png">
            <a:extLst xmlns:a="http://schemas.openxmlformats.org/drawingml/2006/main">
              <a:ext uri="{FF2B5EF4-FFF2-40B4-BE49-F238E27FC236}">
                <a16:creationId xmlns:a16="http://schemas.microsoft.com/office/drawing/2014/main" id="{5887671A-2DA5-432A-A116-2A05205517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d889c7003943f4"/>
          <a:srcRect xmlns:a="http://schemas.openxmlformats.org/drawingml/2006/main" l="6349" t="23148" r="6349" b="257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3875" y="2190750"/>
            <a:ext cx="7191375" cy="4105275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</p:spTree>
    <p:extLst>
      <p:ext uri="{BB962C8B-B14F-4D97-AF65-F5344CB8AC3E}">
        <p14:creationId xmlns:p14="http://schemas.microsoft.com/office/powerpoint/2010/main" val="64176442"/>
      </p:ext>
    </p:extLst>
  </p:cSld>
</p:sld>
</file>

<file path=ppt/slides/slide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고잉  /  메일 분석">
            <a:extLst xmlns:a="http://schemas.openxmlformats.org/drawingml/2006/main">
              <a:ext uri="{FF2B5EF4-FFF2-40B4-BE49-F238E27FC236}">
                <a16:creationId xmlns:a16="http://schemas.microsoft.com/office/drawing/2014/main" id="{2F4877EC-9060-4E06-BD0C-599C0896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고잉  /  메일 분석</a:t>
            </a:r>
          </a:p>
        </p:txBody>
      </p:sp>
      <p:sp>
        <p:nvSpPr>
          <p:cNvPr id="101" name="메일을 예약으로 정리하기">
            <a:extLst xmlns:a="http://schemas.openxmlformats.org/drawingml/2006/main">
              <a:ext uri="{FF2B5EF4-FFF2-40B4-BE49-F238E27FC236}">
                <a16:creationId xmlns:a16="http://schemas.microsoft.com/office/drawing/2014/main" id="{87FDD1E0-2F9B-431B-B44E-D6ECEFA9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메일을 예약으로 정리하기</a:t>
            </a:r>
          </a:p>
        </p:txBody>
      </p:sp>
      <p:sp>
        <p:nvSpPr>
          <p:cNvPr id="102" name="읽어 낸 날짜와 시간을 사용자가 확인하고 수정합니다">
            <a:extLst xmlns:a="http://schemas.openxmlformats.org/drawingml/2006/main">
              <a:ext uri="{FF2B5EF4-FFF2-40B4-BE49-F238E27FC236}">
                <a16:creationId xmlns:a16="http://schemas.microsoft.com/office/drawing/2014/main" id="{82E953F5-E4C3-4833-81B6-0D090DD4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읽어 낸 날짜와 시간을 사용자가 확인하고 수정합니다</a:t>
            </a:r>
          </a:p>
        </p:txBody>
      </p:sp>
      <p:sp>
        <p:nvSpPr>
          <p:cNvPr id="103" name="04">
            <a:extLst xmlns:a="http://schemas.openxmlformats.org/drawingml/2006/main">
              <a:ext uri="{FF2B5EF4-FFF2-40B4-BE49-F238E27FC236}">
                <a16:creationId xmlns:a16="http://schemas.microsoft.com/office/drawing/2014/main" id="{FA8C99E5-8D52-473F-AD1E-5FA82154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04" name="AI가 읽고, 사용자가 확인">
            <a:extLst xmlns:a="http://schemas.openxmlformats.org/drawingml/2006/main">
              <a:ext uri="{FF2B5EF4-FFF2-40B4-BE49-F238E27FC236}">
                <a16:creationId xmlns:a16="http://schemas.microsoft.com/office/drawing/2014/main" id="{24E56905-8F33-4AF3-B4A4-A9408884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5381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AI가 읽고, 사용자가 확인</a:t>
            </a:r>
          </a:p>
        </p:txBody>
      </p:sp>
      <p:sp>
        <p:nvSpPr>
          <p:cNvPr id="105" name="체크인과 체크아웃을 한눈에">
            <a:extLst xmlns:a="http://schemas.openxmlformats.org/drawingml/2006/main">
              <a:ext uri="{FF2B5EF4-FFF2-40B4-BE49-F238E27FC236}">
                <a16:creationId xmlns:a16="http://schemas.microsoft.com/office/drawing/2014/main" id="{D0E6CBC5-EF41-40C8-BD84-7982EFE4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52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체크인과 체크아웃을 한눈에</a:t>
            </a:r>
          </a:p>
        </p:txBody>
      </p:sp>
      <p:sp>
        <p:nvSpPr>
          <p:cNvPr id="106" name="왕복편과 복수 예약도 구분 직접 고친 값은 다시 분석해도 유지">
            <a:extLst xmlns:a="http://schemas.openxmlformats.org/drawingml/2006/main">
              <a:ext uri="{FF2B5EF4-FFF2-40B4-BE49-F238E27FC236}">
                <a16:creationId xmlns:a16="http://schemas.microsoft.com/office/drawing/2014/main" id="{9483A7F2-697C-4C6E-AFC8-688F8D57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561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왕복편과 복수 예약도 구분</a:t>
            </a:r>
            <a:br>
              <a: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r>
              <a: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직접 고친 값은 다시 분석해도 유지</a:t>
            </a:r>
          </a:p>
        </p:txBody>
      </p:sp>
      <p:sp>
        <p:nvSpPr>
          <p:cNvPr id="107" name="AI 분석: gpt-5-mini 화면: 가상 메일의 기본 분석 예시">
            <a:extLst xmlns:a="http://schemas.openxmlformats.org/drawingml/2006/main">
              <a:ext uri="{FF2B5EF4-FFF2-40B4-BE49-F238E27FC236}">
                <a16:creationId xmlns:a16="http://schemas.microsoft.com/office/drawing/2014/main" id="{1CC756D3-E8F5-4B59-8100-9F84F885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552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AI 분석: gpt-5-mini</a:t>
            </a:r>
            <a:br>
              <a:rPr sz="180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</a:br>
            <a:r>
              <a:rPr sz="180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화면: 가상 메일의 기본 분석 예시</a:t>
            </a:r>
          </a:p>
        </p:txBody>
      </p:sp>
      <p:pic>
        <p:nvPicPr>
          <p:cNvPr id="108" name="image3.png">
            <a:extLst xmlns:a="http://schemas.openxmlformats.org/drawingml/2006/main">
              <a:ext uri="{FF2B5EF4-FFF2-40B4-BE49-F238E27FC236}">
                <a16:creationId xmlns:a16="http://schemas.microsoft.com/office/drawing/2014/main" id="{3F2EA774-D5FE-4BAC-9C9A-12B2A62AD0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79d44a2c6944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5677" y="2028825"/>
            <a:ext cx="4887071" cy="4257675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</p:spTree>
    <p:extLst>
      <p:ext uri="{BB962C8B-B14F-4D97-AF65-F5344CB8AC3E}">
        <p14:creationId xmlns:p14="http://schemas.microsoft.com/office/powerpoint/2010/main" val="1925833487"/>
      </p:ext>
    </p:extLst>
  </p:cSld>
</p:sld>
</file>

<file path=ppt/slides/slide5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고잉  /  근거 기반 답변">
            <a:extLst xmlns:a="http://schemas.openxmlformats.org/drawingml/2006/main">
              <a:ext uri="{FF2B5EF4-FFF2-40B4-BE49-F238E27FC236}">
                <a16:creationId xmlns:a16="http://schemas.microsoft.com/office/drawing/2014/main" id="{2A01E457-CA6E-4099-BCB3-A1911AD1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고잉  /  근거 기반 답변</a:t>
            </a:r>
          </a:p>
        </p:txBody>
      </p:sp>
      <p:sp>
        <p:nvSpPr>
          <p:cNvPr id="113" name="날짜로 묻고, 원문으로 확인하기">
            <a:extLst xmlns:a="http://schemas.openxmlformats.org/drawingml/2006/main">
              <a:ext uri="{FF2B5EF4-FFF2-40B4-BE49-F238E27FC236}">
                <a16:creationId xmlns:a16="http://schemas.microsoft.com/office/drawing/2014/main" id="{56FE9A51-D026-4E72-B025-698BFF43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메인에서 묻고, 출처로 확인하기</a:t>
            </a:r>
          </a:p>
        </p:txBody>
      </p:sp>
      <p:sp>
        <p:nvSpPr>
          <p:cNvPr id="114" name="“2일차 예약을 전부 알려줘”라고 물어볼 수 있습니다">
            <a:extLst xmlns:a="http://schemas.openxmlformats.org/drawingml/2006/main">
              <a:ext uri="{FF2B5EF4-FFF2-40B4-BE49-F238E27FC236}">
                <a16:creationId xmlns:a16="http://schemas.microsoft.com/office/drawing/2014/main" id="{BA61864E-D91A-4D4E-B3A5-4A09C412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“1일차 예약을 전부 알려줘”에 답하고 사용한 출처를 보여줍니다</a:t>
            </a:r>
          </a:p>
        </p:txBody>
      </p:sp>
      <p:sp>
        <p:nvSpPr>
          <p:cNvPr id="115" name="05">
            <a:extLst xmlns:a="http://schemas.openxmlformats.org/drawingml/2006/main">
              <a:ext uri="{FF2B5EF4-FFF2-40B4-BE49-F238E27FC236}">
                <a16:creationId xmlns:a16="http://schemas.microsoft.com/office/drawing/2014/main" id="{7F6527D4-8991-47D9-B38A-2D1F9D53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pic>
        <p:nvPicPr>
          <p:cNvPr id="116" name="image4.png">
            <a:extLst xmlns:a="http://schemas.openxmlformats.org/drawingml/2006/main">
              <a:ext uri="{FF2B5EF4-FFF2-40B4-BE49-F238E27FC236}">
                <a16:creationId xmlns:a16="http://schemas.microsoft.com/office/drawing/2014/main" id="{841DCA4D-0F87-4301-9DDE-76EAFDC74A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1b69ccfdca4fb9"/>
          <a:srcRect xmlns:a="http://schemas.openxmlformats.org/drawingml/2006/main" l="7606" t="53980" r="60979" b="302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3009900"/>
            <a:ext cx="6743700" cy="20574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117" name="image5.png">
            <a:extLst xmlns:a="http://schemas.openxmlformats.org/drawingml/2006/main">
              <a:ext uri="{FF2B5EF4-FFF2-40B4-BE49-F238E27FC236}">
                <a16:creationId xmlns:a16="http://schemas.microsoft.com/office/drawing/2014/main" id="{08875CA8-7E81-4A6D-AA9B-F767E8E9CB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ad422cb49c4197"/>
          <a:srcRect xmlns:a="http://schemas.openxmlformats.org/drawingml/2006/main" l="28175" t="25948" r="28175" b="253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3009900"/>
            <a:ext cx="3962400" cy="2009775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118" name="날짜별 예약 전체 조회 / 답변에서 원문 근거 확인">
            <a:extLst xmlns:a="http://schemas.openxmlformats.org/drawingml/2006/main">
              <a:ext uri="{FF2B5EF4-FFF2-40B4-BE49-F238E27FC236}">
                <a16:creationId xmlns:a16="http://schemas.microsoft.com/office/drawing/2014/main" id="{D3789167-AA1D-486D-83BB-B4F2DFDB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날짜별 예약 전체 조회 / 메일과 직접 입력의 출처 구분</a:t>
            </a:r>
          </a:p>
        </p:txBody>
      </p:sp>
    </p:spTree>
    <p:extLst>
      <p:ext uri="{BB962C8B-B14F-4D97-AF65-F5344CB8AC3E}">
        <p14:creationId xmlns:p14="http://schemas.microsoft.com/office/powerpoint/2010/main" val="709654454"/>
      </p:ext>
    </p:extLst>
  </p:cSld>
</p:sld>
</file>

<file path=ppt/slides/slide6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" name="고잉  /  장소 탐색">
            <a:extLst xmlns:a="http://schemas.openxmlformats.org/drawingml/2006/main">
              <a:ext uri="{FF2B5EF4-FFF2-40B4-BE49-F238E27FC236}">
                <a16:creationId xmlns:a16="http://schemas.microsoft.com/office/drawing/2014/main" id="{B79713B1-B3AE-4933-8B74-6946DF3D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고잉  /  장소 탐색</a:t>
            </a:r>
          </a:p>
        </p:txBody>
      </p:sp>
      <p:sp>
        <p:nvSpPr>
          <p:cNvPr id="123" name="사진과 조건을 보고 장소 고르기">
            <a:extLst xmlns:a="http://schemas.openxmlformats.org/drawingml/2006/main">
              <a:ext uri="{FF2B5EF4-FFF2-40B4-BE49-F238E27FC236}">
                <a16:creationId xmlns:a16="http://schemas.microsoft.com/office/drawing/2014/main" id="{19289787-9DA8-4D9C-8116-8114F67F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장소를 고르고 바로 저장하기</a:t>
            </a:r>
          </a:p>
        </p:txBody>
      </p:sp>
      <p:sp>
        <p:nvSpPr>
          <p:cNvPr id="124" name="사진만 보고 정하기 어려운 정보를 함께 보여줍니다">
            <a:extLst xmlns:a="http://schemas.openxmlformats.org/drawingml/2006/main">
              <a:ext uri="{FF2B5EF4-FFF2-40B4-BE49-F238E27FC236}">
                <a16:creationId xmlns:a16="http://schemas.microsoft.com/office/drawing/2014/main" id="{729B897F-645F-44B1-8570-2F40365C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날짜와 인원은 재사용하고, 취향과 숙소는 선택해서 더합니다</a:t>
            </a:r>
          </a:p>
        </p:txBody>
      </p:sp>
      <p:sp>
        <p:nvSpPr>
          <p:cNvPr id="125" name="06">
            <a:extLst xmlns:a="http://schemas.openxmlformats.org/drawingml/2006/main">
              <a:ext uri="{FF2B5EF4-FFF2-40B4-BE49-F238E27FC236}">
                <a16:creationId xmlns:a16="http://schemas.microsoft.com/office/drawing/2014/main" id="{29EC0334-D01D-4F00-B2E3-172B4E86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126" name="사진과 추천 이유">
            <a:extLst xmlns:a="http://schemas.openxmlformats.org/drawingml/2006/main">
              <a:ext uri="{FF2B5EF4-FFF2-40B4-BE49-F238E27FC236}">
                <a16:creationId xmlns:a16="http://schemas.microsoft.com/office/drawing/2014/main" id="{52945636-5EB5-48ED-B816-48639F09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상세 보기와 바로 저장</a:t>
            </a:r>
          </a:p>
        </p:txBody>
      </p:sp>
      <p:sp>
        <p:nvSpPr>
          <p:cNvPr id="127" name="영업시간과 예약 방법의 출처 저장하고 최대 3곳 비교">
            <a:extLst xmlns:a="http://schemas.openxmlformats.org/drawingml/2006/main">
              <a:ext uri="{FF2B5EF4-FFF2-40B4-BE49-F238E27FC236}">
                <a16:creationId xmlns:a16="http://schemas.microsoft.com/office/drawing/2014/main" id="{91990B55-D863-4E8E-89CA-456A6599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영업·예약·가격의 출처 확인</a:t>
            </a:r>
            <a:br>
              <a:rPr sz="210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r>
              <a:rPr sz="210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같은 조건으로 최대 3곳 비교</a:t>
            </a:r>
          </a:p>
        </p:txBody>
      </p:sp>
      <p:sp>
        <p:nvSpPr>
          <p:cNvPr id="128" name="숙소 기준 거리도 참고 모르는 조건은 확인 필요로 표시">
            <a:extLst xmlns:a="http://schemas.openxmlformats.org/drawingml/2006/main">
              <a:ext uri="{FF2B5EF4-FFF2-40B4-BE49-F238E27FC236}">
                <a16:creationId xmlns:a16="http://schemas.microsoft.com/office/drawing/2014/main" id="{8C9FD1BF-E05E-4E04-A6FA-110B4AFE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사진은 확보한 곳만 표시</a:t>
            </a:r>
            <a:br>
              <a:rPr sz="20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</a:br>
            <a:r>
              <a:rPr sz="20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숙소와 도심의 거리 기준 구분</a:t>
            </a:r>
          </a:p>
        </p:txBody>
      </p:sp>
      <p:sp>
        <p:nvSpPr>
          <p:cNvPr id="129" name="마드리드 실제 식당 / 방문 조건 확인 필요">
            <a:extLst xmlns:a="http://schemas.openxmlformats.org/drawingml/2006/main">
              <a:ext uri="{FF2B5EF4-FFF2-40B4-BE49-F238E27FC236}">
                <a16:creationId xmlns:a16="http://schemas.microsoft.com/office/drawing/2014/main" id="{4F967219-8C02-4CD2-A0B9-023118AD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이전 마드리드 화면 / 무료 사진이 없는 곳도 있음</a:t>
            </a:r>
          </a:p>
        </p:txBody>
      </p:sp>
      <p:pic>
        <p:nvPicPr>
          <p:cNvPr id="130" name="image6.png">
            <a:extLst xmlns:a="http://schemas.openxmlformats.org/drawingml/2006/main">
              <a:ext uri="{FF2B5EF4-FFF2-40B4-BE49-F238E27FC236}">
                <a16:creationId xmlns:a16="http://schemas.microsoft.com/office/drawing/2014/main" id="{AA9D1D04-7286-472F-8E2F-8640CD10BC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87192a1cc54d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489" y="2114550"/>
            <a:ext cx="4849622" cy="421005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</p:spTree>
    <p:extLst>
      <p:ext uri="{BB962C8B-B14F-4D97-AF65-F5344CB8AC3E}">
        <p14:creationId xmlns:p14="http://schemas.microsoft.com/office/powerpoint/2010/main" val="1342082862"/>
      </p:ext>
    </p:extLst>
  </p:cSld>
</p:sld>
</file>

<file path=ppt/slides/slide7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4" name="고잉  /  추천의 기획">
            <a:extLst xmlns:a="http://schemas.openxmlformats.org/drawingml/2006/main">
              <a:ext uri="{FF2B5EF4-FFF2-40B4-BE49-F238E27FC236}">
                <a16:creationId xmlns:a16="http://schemas.microsoft.com/office/drawing/2014/main" id="{C5CD342F-E502-43F3-9788-BA7B3A04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고잉  /  추천의 기획</a:t>
            </a:r>
          </a:p>
        </p:txBody>
      </p:sp>
      <p:sp>
        <p:nvSpPr>
          <p:cNvPr id="135" name="현지 탐색과 유명한 곳">
            <a:extLst xmlns:a="http://schemas.openxmlformats.org/drawingml/2006/main">
              <a:ext uri="{FF2B5EF4-FFF2-40B4-BE49-F238E27FC236}">
                <a16:creationId xmlns:a16="http://schemas.microsoft.com/office/drawing/2014/main" id="{33C1B1B0-0C58-4CA0-8E79-777C440F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현지 탐색과 유명한 곳</a:t>
            </a:r>
          </a:p>
        </p:txBody>
      </p:sp>
      <p:sp>
        <p:nvSpPr>
          <p:cNvPr id="136" name="여행에서 원하는 경험에 맞춰 나눠 찾습니다">
            <a:extLst xmlns:a="http://schemas.openxmlformats.org/drawingml/2006/main">
              <a:ext uri="{FF2B5EF4-FFF2-40B4-BE49-F238E27FC236}">
                <a16:creationId xmlns:a16="http://schemas.microsoft.com/office/drawing/2014/main" id="{B1C3BE5C-97B0-4930-9BDA-86802FCE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여행에서 원하는 경험에 맞춰 나눠 찾습니다</a:t>
            </a:r>
          </a:p>
        </p:txBody>
      </p:sp>
      <p:sp>
        <p:nvSpPr>
          <p:cNvPr id="137" name="07">
            <a:extLst xmlns:a="http://schemas.openxmlformats.org/drawingml/2006/main">
              <a:ext uri="{FF2B5EF4-FFF2-40B4-BE49-F238E27FC236}">
                <a16:creationId xmlns:a16="http://schemas.microsoft.com/office/drawing/2014/main" id="{B946A0CA-A063-47AD-A7FE-04A6620F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138" name="현지 탐색">
            <a:extLst xmlns:a="http://schemas.openxmlformats.org/drawingml/2006/main">
              <a:ext uri="{FF2B5EF4-FFF2-40B4-BE49-F238E27FC236}">
                <a16:creationId xmlns:a16="http://schemas.microsoft.com/office/drawing/2014/main" id="{7AA4D806-604F-470D-BA55-01B3CB52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8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현지 탐색</a:t>
            </a:r>
          </a:p>
        </p:txBody>
      </p:sp>
      <p:sp>
        <p:nvSpPr>
          <p:cNvPr id="139" name="현지어 원문 리뷰가 많고 한국어가 적게 관측된 장소  미판별 리뷰와 관측 기간도 확인">
            <a:extLst xmlns:a="http://schemas.openxmlformats.org/drawingml/2006/main">
              <a:ext uri="{FF2B5EF4-FFF2-40B4-BE49-F238E27FC236}">
                <a16:creationId xmlns:a16="http://schemas.microsoft.com/office/drawing/2014/main" id="{6A53E1F3-2C33-4732-AF9B-83300D97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516255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현지어 원문 리뷰가 많고</a:t>
            </a:r>
            <a:b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한국어가 적게 관측된 장소</a:t>
            </a:r>
            <a:b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b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미판별 리뷰와 관측 기간도 확인</a:t>
            </a:r>
          </a:p>
        </p:txBody>
      </p:sp>
      <p:sp>
        <p:nvSpPr>
          <p:cNvPr id="140" name="유명한 곳">
            <a:extLst xmlns:a="http://schemas.openxmlformats.org/drawingml/2006/main">
              <a:ext uri="{FF2B5EF4-FFF2-40B4-BE49-F238E27FC236}">
                <a16:creationId xmlns:a16="http://schemas.microsoft.com/office/drawing/2014/main" id="{86280EB1-13C2-4E5B-931F-7885ADBE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66975"/>
            <a:ext cx="4914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8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유명한 곳</a:t>
            </a:r>
          </a:p>
        </p:txBody>
      </p:sp>
      <p:sp>
        <p:nvSpPr>
          <p:cNvPr id="141" name="대표 명소와 알려진 식당 공식 소개와 플랫폼의 평가 규모  같은 날짜와 인원 조건으로 비교">
            <a:extLst xmlns:a="http://schemas.openxmlformats.org/drawingml/2006/main">
              <a:ext uri="{FF2B5EF4-FFF2-40B4-BE49-F238E27FC236}">
                <a16:creationId xmlns:a16="http://schemas.microsoft.com/office/drawing/2014/main" id="{AB4B45E6-A6AF-40B9-807F-E98F5663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67075"/>
            <a:ext cx="497205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대표 명소와 알려진 식당</a:t>
            </a:r>
            <a:b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공식 소개와 플랫폼의 평가 규모</a:t>
            </a:r>
            <a:b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b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같은 날짜와 인원 조건으로 비교</a:t>
            </a:r>
          </a:p>
        </p:txBody>
      </p:sp>
      <p:sp>
        <p:nvSpPr>
          <p:cNvPr id="142" name="리뷰 언어는 주민 비율과 다릅니다. 엄격 현지어 추천은 실제 검증 전 OFF.">
            <a:extLst xmlns:a="http://schemas.openxmlformats.org/drawingml/2006/main">
              <a:ext uri="{FF2B5EF4-FFF2-40B4-BE49-F238E27FC236}">
                <a16:creationId xmlns:a16="http://schemas.microsoft.com/office/drawing/2014/main" id="{E3D927EE-75D1-4C86-B40D-882A9A74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E682B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8E682B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8E682B"/>
                </a:solidFill>
                <a:latin typeface="Pretendard"/>
                <a:ea typeface="Pretendard"/>
                <a:cs typeface="Pretendard"/>
              </a:rPr>
              <a:t>리뷰 언어는 주민 비율과 다릅니다. 엄격 현지어 추천은 실제 검증 전 OFF.</a:t>
            </a:r>
          </a:p>
        </p:txBody>
      </p:sp>
    </p:spTree>
    <p:extLst>
      <p:ext uri="{BB962C8B-B14F-4D97-AF65-F5344CB8AC3E}">
        <p14:creationId xmlns:p14="http://schemas.microsoft.com/office/powerpoint/2010/main" val="10687946"/>
      </p:ext>
    </p:extLst>
  </p:cSld>
</p:sld>
</file>

<file path=ppt/slides/slide8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6" name="고잉  /  일정 편집">
            <a:extLst xmlns:a="http://schemas.openxmlformats.org/drawingml/2006/main">
              <a:ext uri="{FF2B5EF4-FFF2-40B4-BE49-F238E27FC236}">
                <a16:creationId xmlns:a16="http://schemas.microsoft.com/office/drawing/2014/main" id="{D6834606-AA10-4250-9B77-DCC25DB9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고잉  /  일정 편집</a:t>
            </a:r>
          </a:p>
        </p:txBody>
      </p:sp>
      <p:sp>
        <p:nvSpPr>
          <p:cNvPr id="147" name="예약 사이에 들어가는 일정">
            <a:extLst xmlns:a="http://schemas.openxmlformats.org/drawingml/2006/main">
              <a:ext uri="{FF2B5EF4-FFF2-40B4-BE49-F238E27FC236}">
                <a16:creationId xmlns:a16="http://schemas.microsoft.com/office/drawing/2014/main" id="{E64C237E-1566-42ED-94E7-7DE87776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예약 사이에 들어가는 일정</a:t>
            </a:r>
          </a:p>
        </p:txBody>
      </p:sp>
      <p:sp>
        <p:nvSpPr>
          <p:cNvPr id="148" name="머무는 시간에 앞뒤 이동시간까지 더해 확인합니다">
            <a:extLst xmlns:a="http://schemas.openxmlformats.org/drawingml/2006/main">
              <a:ext uri="{FF2B5EF4-FFF2-40B4-BE49-F238E27FC236}">
                <a16:creationId xmlns:a16="http://schemas.microsoft.com/office/drawing/2014/main" id="{C2E9F801-8DB3-4FCA-B6CE-4B9B4824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머무는 시간에 앞뒤 이동시간까지 더해 확인합니다</a:t>
            </a:r>
          </a:p>
        </p:txBody>
      </p:sp>
      <p:sp>
        <p:nvSpPr>
          <p:cNvPr id="149" name="08">
            <a:extLst xmlns:a="http://schemas.openxmlformats.org/drawingml/2006/main">
              <a:ext uri="{FF2B5EF4-FFF2-40B4-BE49-F238E27FC236}">
                <a16:creationId xmlns:a16="http://schemas.microsoft.com/office/drawing/2014/main" id="{05BBF4D0-09ED-466E-8D10-251AE39C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150" name="13:00 – 15:00">
            <a:extLst xmlns:a="http://schemas.openxmlformats.org/drawingml/2006/main">
              <a:ext uri="{FF2B5EF4-FFF2-40B4-BE49-F238E27FC236}">
                <a16:creationId xmlns:a16="http://schemas.microsoft.com/office/drawing/2014/main" id="{948F7D56-7DB4-4D5B-BE42-9025665A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33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337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13:00 – 15:00</a:t>
            </a:r>
          </a:p>
        </p:txBody>
      </p:sp>
      <p:sp>
        <p:nvSpPr>
          <p:cNvPr id="151" name="점심 종료부터 다음 예약까지 120분">
            <a:extLst xmlns:a="http://schemas.openxmlformats.org/drawingml/2006/main">
              <a:ext uri="{FF2B5EF4-FFF2-40B4-BE49-F238E27FC236}">
                <a16:creationId xmlns:a16="http://schemas.microsoft.com/office/drawing/2014/main" id="{914E9029-259B-4170-AC8C-6C156795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38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점심 종료부터 다음 예약까지 120분</a:t>
            </a:r>
          </a:p>
        </p:txBody>
      </p:sp>
      <p:pic>
        <p:nvPicPr>
          <p:cNvPr id="152" name="image7.png">
            <a:extLst xmlns:a="http://schemas.openxmlformats.org/drawingml/2006/main">
              <a:ext uri="{FF2B5EF4-FFF2-40B4-BE49-F238E27FC236}">
                <a16:creationId xmlns:a16="http://schemas.microsoft.com/office/drawing/2014/main" id="{4375497F-9635-4523-A15A-7A08D1B16A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2964b72a443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91275" y="2647950"/>
            <a:ext cx="5095875" cy="2695575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153" name="30 + 90 + 30 = 150분">
            <a:extLst xmlns:a="http://schemas.openxmlformats.org/drawingml/2006/main">
              <a:ext uri="{FF2B5EF4-FFF2-40B4-BE49-F238E27FC236}">
                <a16:creationId xmlns:a16="http://schemas.microsoft.com/office/drawing/2014/main" id="{5D12C9FE-A154-43C7-B0EB-8C15567B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5476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30 + 90 + 30 = 150분</a:t>
            </a:r>
          </a:p>
        </p:txBody>
      </p:sp>
      <p:sp>
        <p:nvSpPr>
          <p:cNvPr id="154" name="이동과 체류를 더하면 30분 부족 확정 예약은 그대로 유지합니다">
            <a:extLst xmlns:a="http://schemas.openxmlformats.org/drawingml/2006/main">
              <a:ext uri="{FF2B5EF4-FFF2-40B4-BE49-F238E27FC236}">
                <a16:creationId xmlns:a16="http://schemas.microsoft.com/office/drawing/2014/main" id="{F187F536-2134-476A-9585-507B885C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5476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이동과 체류를 더하면 30분 부족</a:t>
            </a:r>
            <a:br>
              <a: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r>
              <a: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확정 예약은 그대로 유지합니다</a:t>
            </a:r>
          </a:p>
        </p:txBody>
      </p:sp>
      <p:sp>
        <p:nvSpPr>
          <p:cNvPr id="155" name="일정 제약을 설명하는 합성 예시">
            <a:extLst xmlns:a="http://schemas.openxmlformats.org/drawingml/2006/main">
              <a:ext uri="{FF2B5EF4-FFF2-40B4-BE49-F238E27FC236}">
                <a16:creationId xmlns:a16="http://schemas.microsoft.com/office/drawing/2014/main" id="{12D2B2A9-E4E7-4CC6-AF8E-8FFF4D6C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일정 제약을 설명하는 합성 예시</a:t>
            </a:r>
          </a:p>
        </p:txBody>
      </p:sp>
      <p:sp>
        <p:nvSpPr>
          <p:cNvPr id="156" name="실제 화면: 고정 예약과 충돌 안내">
            <a:extLst xmlns:a="http://schemas.openxmlformats.org/drawingml/2006/main">
              <a:ext uri="{FF2B5EF4-FFF2-40B4-BE49-F238E27FC236}">
                <a16:creationId xmlns:a16="http://schemas.microsoft.com/office/drawing/2014/main" id="{44901617-F517-430A-BC03-4872A55D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76475"/>
            <a:ext cx="500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실제 화면: 고정 예약과 충돌 안내</a:t>
            </a:r>
          </a:p>
        </p:txBody>
      </p:sp>
      <p:sp>
        <p:nvSpPr>
          <p:cNvPr id="157" name="미리 확인하고 적용, 필요하면 되돌리기">
            <a:extLst xmlns:a="http://schemas.openxmlformats.org/drawingml/2006/main">
              <a:ext uri="{FF2B5EF4-FFF2-40B4-BE49-F238E27FC236}">
                <a16:creationId xmlns:a16="http://schemas.microsoft.com/office/drawing/2014/main" id="{E290463A-B71C-4362-83C8-13E27CFD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60070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미리 확인하고 적용, 필요하면 되돌리기</a:t>
            </a:r>
          </a:p>
        </p:txBody>
      </p:sp>
    </p:spTree>
    <p:extLst>
      <p:ext uri="{BB962C8B-B14F-4D97-AF65-F5344CB8AC3E}">
        <p14:creationId xmlns:p14="http://schemas.microsoft.com/office/powerpoint/2010/main" val="1592943906"/>
      </p:ext>
    </p:extLst>
  </p:cSld>
</p:sld>
</file>

<file path=ppt/slides/slide9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1" name="고잉  /  구현 방법">
            <a:extLst xmlns:a="http://schemas.openxmlformats.org/drawingml/2006/main">
              <a:ext uri="{FF2B5EF4-FFF2-40B4-BE49-F238E27FC236}">
                <a16:creationId xmlns:a16="http://schemas.microsoft.com/office/drawing/2014/main" id="{B7BA4BD6-A42C-4DE7-AA4A-33384EFD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고잉  /  구현 방법</a:t>
            </a:r>
          </a:p>
        </p:txBody>
      </p:sp>
      <p:sp>
        <p:nvSpPr>
          <p:cNvPr id="162" name="어떻게 만들었는지">
            <a:extLst xmlns:a="http://schemas.openxmlformats.org/drawingml/2006/main">
              <a:ext uri="{FF2B5EF4-FFF2-40B4-BE49-F238E27FC236}">
                <a16:creationId xmlns:a16="http://schemas.microsoft.com/office/drawing/2014/main" id="{2CDEE8AA-0E67-4EC2-A7BA-DE60CFC0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어떻게 만들었는지</a:t>
            </a:r>
          </a:p>
        </p:txBody>
      </p:sp>
      <p:sp>
        <p:nvSpPr>
          <p:cNvPr id="163" name="메일 분석에서 시작해 여행 정보와 일정 계산을 연결했습니다">
            <a:extLst xmlns:a="http://schemas.openxmlformats.org/drawingml/2006/main">
              <a:ext uri="{FF2B5EF4-FFF2-40B4-BE49-F238E27FC236}">
                <a16:creationId xmlns:a16="http://schemas.microsoft.com/office/drawing/2014/main" id="{6923019C-5BFA-4628-8108-6E7696D6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AI가 읽는 부분과 서버가 계산하는 부분을 나눴습니다</a:t>
            </a:r>
          </a:p>
        </p:txBody>
      </p:sp>
      <p:sp>
        <p:nvSpPr>
          <p:cNvPr id="164" name="09">
            <a:extLst xmlns:a="http://schemas.openxmlformats.org/drawingml/2006/main">
              <a:ext uri="{FF2B5EF4-FFF2-40B4-BE49-F238E27FC236}">
                <a16:creationId xmlns:a16="http://schemas.microsoft.com/office/drawing/2014/main" id="{5FCC481E-D87F-4AEB-A980-97A0DBEA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165" name="웹 화면과 여행 데이터">
            <a:extLst xmlns:a="http://schemas.openxmlformats.org/drawingml/2006/main">
              <a:ext uri="{FF2B5EF4-FFF2-40B4-BE49-F238E27FC236}">
                <a16:creationId xmlns:a16="http://schemas.microsoft.com/office/drawing/2014/main" id="{616DF272-CC5B-442C-81A0-D67D5730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1062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웹 화면과 여행 데이터</a:t>
            </a:r>
          </a:p>
        </p:txBody>
      </p:sp>
      <p:sp>
        <p:nvSpPr>
          <p:cNvPr id="166" name="웹 UI와 FastAPI / Render 서버 / Supabase에 여행과 파일 보관">
            <a:extLst xmlns:a="http://schemas.openxmlformats.org/drawingml/2006/main">
              <a:ext uri="{FF2B5EF4-FFF2-40B4-BE49-F238E27FC236}">
                <a16:creationId xmlns:a16="http://schemas.microsoft.com/office/drawing/2014/main" id="{B67CBF3B-7A92-4FFF-B2D7-B54DB52F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1062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웹 UI와 FastAPI / Render 서버 / Supabase에 여행과 파일 보관</a:t>
            </a:r>
          </a:p>
        </p:txBody>
      </p:sp>
      <p:sp>
        <p:nvSpPr>
          <p:cNvPr id="167" name="메일을 읽고 근거 찾기">
            <a:extLst xmlns:a="http://schemas.openxmlformats.org/drawingml/2006/main">
              <a:ext uri="{FF2B5EF4-FFF2-40B4-BE49-F238E27FC236}">
                <a16:creationId xmlns:a16="http://schemas.microsoft.com/office/drawing/2014/main" id="{8C066D4A-0ADB-490F-933F-60E42ED0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62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메일을 읽고 근거 찾기</a:t>
            </a:r>
          </a:p>
        </p:txBody>
      </p:sp>
      <p:sp>
        <p:nvSpPr>
          <p:cNvPr id="168" name="gpt-5-mini로 정보 추출 / text-embedding-3-small로 본문 검색">
            <a:extLst xmlns:a="http://schemas.openxmlformats.org/drawingml/2006/main">
              <a:ext uri="{FF2B5EF4-FFF2-40B4-BE49-F238E27FC236}">
                <a16:creationId xmlns:a16="http://schemas.microsoft.com/office/drawing/2014/main" id="{92D84336-7A13-44B4-903A-E4620454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62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gpt-5-mini로 정보 추출 / text-embedding-3-small로 본문 검색</a:t>
            </a:r>
          </a:p>
        </p:txBody>
      </p:sp>
      <p:sp>
        <p:nvSpPr>
          <p:cNvPr id="169" name="추천과 일정은 확인한 데이터로 계산">
            <a:extLst xmlns:a="http://schemas.openxmlformats.org/drawingml/2006/main">
              <a:ext uri="{FF2B5EF4-FFF2-40B4-BE49-F238E27FC236}">
                <a16:creationId xmlns:a16="http://schemas.microsoft.com/office/drawing/2014/main" id="{C8612D2D-88D8-4249-80B7-F2471202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1062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hybrid_v5로 추천 순위 계산</a:t>
            </a:r>
          </a:p>
        </p:txBody>
      </p:sp>
      <p:sp>
        <p:nvSpPr>
          <p:cNvPr id="170" name="취향 태그·보정 평점·거리로 추천 / 코드로 시간과 조건 검사">
            <a:extLst xmlns:a="http://schemas.openxmlformats.org/drawingml/2006/main">
              <a:ext uri="{FF2B5EF4-FFF2-40B4-BE49-F238E27FC236}">
                <a16:creationId xmlns:a16="http://schemas.microsoft.com/office/drawing/2014/main" id="{0994E6C6-AB32-4F56-92E3-A515BB45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62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취향 유사도와 보정 평점, 거리 / 공개 음식 태그와 도심 기준 보완</a:t>
            </a:r>
          </a:p>
        </p:txBody>
      </p:sp>
      <p:sp>
        <p:nvSpPr>
          <p:cNvPr id="171" name="사용자 행동 학습은 아직 없음 / 실제 추천 만족도는 앞으로 확인">
            <a:extLst xmlns:a="http://schemas.openxmlformats.org/drawingml/2006/main">
              <a:ext uri="{FF2B5EF4-FFF2-40B4-BE49-F238E27FC236}">
                <a16:creationId xmlns:a16="http://schemas.microsoft.com/office/drawing/2014/main" id="{D77C2D3D-61F0-4E9B-A562-9C47DCAD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사용자 행동 학습 전 / v5의 독립 평가와 실제 여행 만족도는 미측정</a:t>
            </a:r>
          </a:p>
        </p:txBody>
      </p:sp>
    </p:spTree>
    <p:extLst>
      <p:ext uri="{BB962C8B-B14F-4D97-AF65-F5344CB8AC3E}">
        <p14:creationId xmlns:p14="http://schemas.microsoft.com/office/powerpoint/2010/main" val="1383325975"/>
      </p:ext>
    </p:extLst>
  </p:cSld>
</p:sld>
</file>

<file path=ppt/slides/slide10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5" name="고잉  /  다음 개발">
            <a:extLst xmlns:a="http://schemas.openxmlformats.org/drawingml/2006/main">
              <a:ext uri="{FF2B5EF4-FFF2-40B4-BE49-F238E27FC236}">
                <a16:creationId xmlns:a16="http://schemas.microsoft.com/office/drawing/2014/main" id="{89D6AA73-8A05-429A-8743-2D26880A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고잉  /  다음 개발</a:t>
            </a:r>
          </a:p>
        </p:txBody>
      </p:sp>
      <p:sp>
        <p:nvSpPr>
          <p:cNvPr id="176" name="직접 써 보며 이어갈 개발">
            <a:extLst xmlns:a="http://schemas.openxmlformats.org/drawingml/2006/main">
              <a:ext uri="{FF2B5EF4-FFF2-40B4-BE49-F238E27FC236}">
                <a16:creationId xmlns:a16="http://schemas.microsoft.com/office/drawing/2014/main" id="{C887D872-5FB0-4835-9619-6BD1913C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직접 써 보며 확인할 것</a:t>
            </a:r>
          </a:p>
        </p:txBody>
      </p:sp>
      <p:sp>
        <p:nvSpPr>
          <p:cNvPr id="177" name="연결한 사용 흐름을 실제 여행에서 더 확인하려고 합니다">
            <a:extLst xmlns:a="http://schemas.openxmlformats.org/drawingml/2006/main">
              <a:ext uri="{FF2B5EF4-FFF2-40B4-BE49-F238E27FC236}">
                <a16:creationId xmlns:a16="http://schemas.microsoft.com/office/drawing/2014/main" id="{51F6900F-32D9-4980-8533-1824A313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화면의 완성과 실제 추천 품질을 나누어 확인합니다</a:t>
            </a:r>
          </a:p>
        </p:txBody>
      </p:sp>
      <p:sp>
        <p:nvSpPr>
          <p:cNvPr id="178" name="10">
            <a:extLst xmlns:a="http://schemas.openxmlformats.org/drawingml/2006/main">
              <a:ext uri="{FF2B5EF4-FFF2-40B4-BE49-F238E27FC236}">
                <a16:creationId xmlns:a16="http://schemas.microsoft.com/office/drawing/2014/main" id="{E5EE845E-A590-4552-A80B-935B80E2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06C70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179" name="지금 연결한 흐름">
            <a:extLst xmlns:a="http://schemas.openxmlformats.org/drawingml/2006/main">
              <a:ext uri="{FF2B5EF4-FFF2-40B4-BE49-F238E27FC236}">
                <a16:creationId xmlns:a16="http://schemas.microsoft.com/office/drawing/2014/main" id="{95284986-8F3C-4BC3-8E26-816FFEC2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지금 연결한 흐름</a:t>
            </a:r>
          </a:p>
        </p:txBody>
      </p:sp>
      <p:sp>
        <p:nvSpPr>
          <p:cNvPr id="180" name="예약 정리와 근거 질문 장소 선택과 일정 편집">
            <a:extLst xmlns:a="http://schemas.openxmlformats.org/drawingml/2006/main">
              <a:ext uri="{FF2B5EF4-FFF2-40B4-BE49-F238E27FC236}">
                <a16:creationId xmlns:a16="http://schemas.microsoft.com/office/drawing/2014/main" id="{5815AE1D-6BEC-4506-AE1A-CC8D2E09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191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메인 추천과 바로 저장</a:t>
            </a:r>
            <a:b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AI 예약 질문과 출처 확인</a:t>
            </a:r>
          </a:p>
        </p:txBody>
      </p:sp>
      <p:sp>
        <p:nvSpPr>
          <p:cNvPr id="181" name="다음에 확인할 것">
            <a:extLst xmlns:a="http://schemas.openxmlformats.org/drawingml/2006/main">
              <a:ext uri="{FF2B5EF4-FFF2-40B4-BE49-F238E27FC236}">
                <a16:creationId xmlns:a16="http://schemas.microsoft.com/office/drawing/2014/main" id="{E847F38C-D514-4016-9591-5A5488A4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2410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다음에 확인할 것</a:t>
            </a:r>
          </a:p>
        </p:txBody>
      </p:sp>
      <p:sp>
        <p:nvSpPr>
          <p:cNvPr id="182" name="실제 리뷰의 이용 범위와 언어 품질 다른 사람의 선택과 방문 경험">
            <a:extLst xmlns:a="http://schemas.openxmlformats.org/drawingml/2006/main">
              <a:ext uri="{FF2B5EF4-FFF2-40B4-BE49-F238E27FC236}">
                <a16:creationId xmlns:a16="http://schemas.microsoft.com/office/drawing/2014/main" id="{A1C0331F-98E3-4A93-BD7F-013BF735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00375"/>
            <a:ext cx="4857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현지어 리뷰의 이용 범위와 품질</a:t>
            </a:r>
            <a:br>
              <a:rPr sz="210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r>
              <a:rPr sz="210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독립 평가와 실제 방문 경험</a:t>
            </a:r>
          </a:p>
        </p:txBody>
      </p:sp>
      <p:sp>
        <p:nvSpPr>
          <p:cNvPr id="183" name="도시별 자료와 이동 경로 보강">
            <a:extLst xmlns:a="http://schemas.openxmlformats.org/drawingml/2006/main">
              <a:ext uri="{FF2B5EF4-FFF2-40B4-BE49-F238E27FC236}">
                <a16:creationId xmlns:a16="http://schemas.microsoft.com/office/drawing/2014/main" id="{720E8A2F-4FAD-4FDC-B54C-DE0A78CF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625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사진과 방문 조건부터 보강</a:t>
            </a:r>
          </a:p>
        </p:txBody>
      </p:sp>
      <p:sp>
        <p:nvSpPr>
          <p:cNvPr id="184" name="100개 도시 입력 지원 / 도시별 추천 자료는 확보 수준이 다릅니다">
            <a:extLst xmlns:a="http://schemas.openxmlformats.org/drawingml/2006/main">
              <a:ext uri="{FF2B5EF4-FFF2-40B4-BE49-F238E27FC236}">
                <a16:creationId xmlns:a16="http://schemas.microsoft.com/office/drawing/2014/main" id="{D2546EE9-BF56-49D4-9D14-2B11E4BC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100개 도시 입력 지원 / 도시별 자료와 모바일 검증은 추가 필요</a:t>
            </a:r>
          </a:p>
        </p:txBody>
      </p:sp>
      <p:sp>
        <p:nvSpPr>
          <p:cNvPr id="185" name="마지막으로, 실제 사용 화면을 보여드리겠습니다.">
            <a:extLst xmlns:a="http://schemas.openxmlformats.org/drawingml/2006/main">
              <a:ext uri="{FF2B5EF4-FFF2-40B4-BE49-F238E27FC236}">
                <a16:creationId xmlns:a16="http://schemas.microsoft.com/office/drawing/2014/main" id="{BBE57039-794A-4713-8485-F54AEB03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71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마지막으로, 실제 사용 화면을 보여드리겠습니다.</a:t>
            </a:r>
          </a:p>
        </p:txBody>
      </p:sp>
    </p:spTree>
    <p:extLst>
      <p:ext uri="{BB962C8B-B14F-4D97-AF65-F5344CB8AC3E}">
        <p14:creationId xmlns:p14="http://schemas.microsoft.com/office/powerpoint/2010/main" val="300745530"/>
      </p:ext>
    </p:extLst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고잉 사용 화면"/>
          <p:cNvSpPr txBox="1"/>
          <p:nvPr/>
        </p:nvSpPr>
        <p:spPr>
          <a:xfrm>
            <a:off x="609600" y="276225"/>
            <a:ext cx="109728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3150" b="1">
                <a:solidFill>
                  <a:srgbClr val="25485A"/>
                </a:solidFill>
              </a:defRPr>
            </a:defPPr>
          </a:lstStyle>
          <a:p>
            <a:pPr algn="l">
              <a:defRPr sz="3150" b="1">
                <a:solidFill>
                  <a:srgbClr val="25485A"/>
                </a:solidFill>
              </a:defRPr>
            </a:pPr>
            <a:r>
              <a:rPr sz="31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고잉 사용 화면</a:t>
            </a:r>
          </a:p>
        </p:txBody>
      </p:sp>
      <p:pic>
        <p:nvPicPr>
          <p:cNvPr id="190" name="image8.png" descr="image8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43000" y="1085850"/>
            <a:ext cx="9906000" cy="5572125"/>
          </a:xfrm>
          <a:prstGeom prst="rect">
            <a:avLst/>
          </a:prstGeom>
          <a:ln w="12700">
            <a:miter lim="400000"/>
          </a:ln>
        </p:spPr>
      </p:pic>
      <p:pic>
        <p:nvPicPr>
          <p:cNvPr id="191" name="70초 고잉 사용 화면. 합성 여행의 실제 화면 캡처를 자막과 함께 편집한 영상입니다." descr="70초 고잉 사용 화면. 합성 여행의 실제 화면 캡처를 자막과 함께 편집한 영상입니다."/>
          <p:cNvPicPr>
            <a:picLocks noChangeAspect="0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click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000" fill="hold"/>
                                        <p:tgtEl>
                                          <p:spTgt spid="19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100000">
                <p:cTn id="7" fill="hold" display="0">
                  <p:stCondLst>
                    <p:cond delay="indefinite"/>
                  </p:stCondLst>
                </p:cTn>
                <p:tgtEl>
                  <p:spTgt spid="191"/>
                </p:tgtEl>
              </p:cMediaNode>
            </p:video>
            <p:seq concurrent="1" prevAc="none" nextAc="seek">
              <p:cTn id="8" evtFilter="cancelBubble" nodeType="interactiveSeq" restart="whenNotActive" fill="hold">
                <p:stCondLst>
                  <p:cond delay="0" evt="onClick">
                    <p:tgtEl>
                      <p:spTgt spid="191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9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191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Pretendard"/>
        <a:ea typeface="Pretendard"/>
        <a:cs typeface="Pretendard"/>
      </a:majorFont>
      <a:minorFont>
        <a:latin typeface="Pretendard"/>
        <a:ea typeface="Pretendard"/>
        <a:cs typeface="Pretendard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2026-10-08T04:37:44.4760000Z</dcterms:created>
  <dcterms:modified xsi:type="dcterms:W3CDTF">2026-10-08T04:37:44.4760000Z</dcterms:modified>
</coreProperties>
</file>